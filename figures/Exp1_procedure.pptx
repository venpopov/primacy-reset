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CBEB2-DFF5-4E3B-8C43-CD43555AFAAF}" v="36" dt="2023-06-23T07:12:17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1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cislav Popov" userId="a6da403d51fb221c" providerId="LiveId" clId="{1DECBEB2-DFF5-4E3B-8C43-CD43555AFAAF}"/>
    <pc:docChg chg="undo custSel addSld modSld">
      <pc:chgData name="Vencislav Popov" userId="a6da403d51fb221c" providerId="LiveId" clId="{1DECBEB2-DFF5-4E3B-8C43-CD43555AFAAF}" dt="2023-06-24T14:50:28.566" v="519" actId="1076"/>
      <pc:docMkLst>
        <pc:docMk/>
      </pc:docMkLst>
      <pc:sldChg chg="addSp modSp">
        <pc:chgData name="Vencislav Popov" userId="a6da403d51fb221c" providerId="LiveId" clId="{1DECBEB2-DFF5-4E3B-8C43-CD43555AFAAF}" dt="2023-06-23T06:43:32.541" v="0" actId="164"/>
        <pc:sldMkLst>
          <pc:docMk/>
          <pc:sldMk cId="404100340" sldId="256"/>
        </pc:sldMkLst>
        <pc:spChg chg="mod">
          <ac:chgData name="Vencislav Popov" userId="a6da403d51fb221c" providerId="LiveId" clId="{1DECBEB2-DFF5-4E3B-8C43-CD43555AFAAF}" dt="2023-06-23T06:43:32.541" v="0" actId="164"/>
          <ac:spMkLst>
            <pc:docMk/>
            <pc:sldMk cId="404100340" sldId="256"/>
            <ac:spMk id="1087" creationId="{5F71E6E8-42CB-46E8-3E39-24060CD394F0}"/>
          </ac:spMkLst>
        </pc:spChg>
        <pc:spChg chg="mod">
          <ac:chgData name="Vencislav Popov" userId="a6da403d51fb221c" providerId="LiveId" clId="{1DECBEB2-DFF5-4E3B-8C43-CD43555AFAAF}" dt="2023-06-23T06:43:32.541" v="0" actId="164"/>
          <ac:spMkLst>
            <pc:docMk/>
            <pc:sldMk cId="404100340" sldId="256"/>
            <ac:spMk id="1088" creationId="{0BAC8BFC-11C5-4BB5-B8AC-552ED9DA4CBC}"/>
          </ac:spMkLst>
        </pc:spChg>
        <pc:spChg chg="mod">
          <ac:chgData name="Vencislav Popov" userId="a6da403d51fb221c" providerId="LiveId" clId="{1DECBEB2-DFF5-4E3B-8C43-CD43555AFAAF}" dt="2023-06-23T06:43:32.541" v="0" actId="164"/>
          <ac:spMkLst>
            <pc:docMk/>
            <pc:sldMk cId="404100340" sldId="256"/>
            <ac:spMk id="1093" creationId="{3257E863-494D-1ACE-7438-C3617C8E816B}"/>
          </ac:spMkLst>
        </pc:spChg>
        <pc:spChg chg="mod">
          <ac:chgData name="Vencislav Popov" userId="a6da403d51fb221c" providerId="LiveId" clId="{1DECBEB2-DFF5-4E3B-8C43-CD43555AFAAF}" dt="2023-06-23T06:43:32.541" v="0" actId="164"/>
          <ac:spMkLst>
            <pc:docMk/>
            <pc:sldMk cId="404100340" sldId="256"/>
            <ac:spMk id="1094" creationId="{44749A0F-AD27-4600-D9F1-865910A53FFE}"/>
          </ac:spMkLst>
        </pc:spChg>
        <pc:grpChg chg="mod">
          <ac:chgData name="Vencislav Popov" userId="a6da403d51fb221c" providerId="LiveId" clId="{1DECBEB2-DFF5-4E3B-8C43-CD43555AFAAF}" dt="2023-06-23T06:43:32.541" v="0" actId="164"/>
          <ac:grpSpMkLst>
            <pc:docMk/>
            <pc:sldMk cId="404100340" sldId="256"/>
            <ac:grpSpMk id="1092" creationId="{1E6DEE20-E2F6-2606-6774-13507EC071CE}"/>
          </ac:grpSpMkLst>
        </pc:grpChg>
        <pc:grpChg chg="mod">
          <ac:chgData name="Vencislav Popov" userId="a6da403d51fb221c" providerId="LiveId" clId="{1DECBEB2-DFF5-4E3B-8C43-CD43555AFAAF}" dt="2023-06-23T06:43:32.541" v="0" actId="164"/>
          <ac:grpSpMkLst>
            <pc:docMk/>
            <pc:sldMk cId="404100340" sldId="256"/>
            <ac:grpSpMk id="1096" creationId="{5EED0BBA-D1FB-9F75-3AC9-00D53584AA74}"/>
          </ac:grpSpMkLst>
        </pc:grpChg>
        <pc:grpChg chg="add mod">
          <ac:chgData name="Vencislav Popov" userId="a6da403d51fb221c" providerId="LiveId" clId="{1DECBEB2-DFF5-4E3B-8C43-CD43555AFAAF}" dt="2023-06-23T06:43:32.541" v="0" actId="164"/>
          <ac:grpSpMkLst>
            <pc:docMk/>
            <pc:sldMk cId="404100340" sldId="256"/>
            <ac:grpSpMk id="1097" creationId="{D7C23CFD-840D-80E8-A14E-F2AF7A2E1125}"/>
          </ac:grpSpMkLst>
        </pc:grpChg>
      </pc:sldChg>
      <pc:sldChg chg="addSp delSp modSp new mod">
        <pc:chgData name="Vencislav Popov" userId="a6da403d51fb221c" providerId="LiveId" clId="{1DECBEB2-DFF5-4E3B-8C43-CD43555AFAAF}" dt="2023-06-24T14:50:28.566" v="519" actId="1076"/>
        <pc:sldMkLst>
          <pc:docMk/>
          <pc:sldMk cId="303601268" sldId="257"/>
        </pc:sldMkLst>
        <pc:spChg chg="del">
          <ac:chgData name="Vencislav Popov" userId="a6da403d51fb221c" providerId="LiveId" clId="{1DECBEB2-DFF5-4E3B-8C43-CD43555AFAAF}" dt="2023-06-23T06:53:55.540" v="3" actId="478"/>
          <ac:spMkLst>
            <pc:docMk/>
            <pc:sldMk cId="303601268" sldId="257"/>
            <ac:spMk id="2" creationId="{5F09370C-61D4-D71A-9C76-A7C0EC82D49C}"/>
          </ac:spMkLst>
        </pc:spChg>
        <pc:spChg chg="del">
          <ac:chgData name="Vencislav Popov" userId="a6da403d51fb221c" providerId="LiveId" clId="{1DECBEB2-DFF5-4E3B-8C43-CD43555AFAAF}" dt="2023-06-23T06:53:57.195" v="4" actId="478"/>
          <ac:spMkLst>
            <pc:docMk/>
            <pc:sldMk cId="303601268" sldId="257"/>
            <ac:spMk id="3" creationId="{42147F44-34B6-9865-D546-BFDF44FDDC18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5" creationId="{D43C5177-26CA-273D-2E09-E63C886E250B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6" creationId="{B2AA593C-E316-A716-35AC-16A0CAC3A3C3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7" creationId="{34AAD858-7708-4D71-2C05-A665CCDD7C6D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9" creationId="{7894545D-4ED3-47A4-7B1A-8060D2C99E07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13" creationId="{206780E6-2BDA-EFF1-2FDA-CB69915A7F9D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14" creationId="{256CF7E6-0701-59D0-B9EC-F1218A5B09D9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15" creationId="{6A04DA18-A2E2-E577-293A-57E107236062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16" creationId="{A092F341-6B82-827E-565C-854BCDCFB771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17" creationId="{DCD8C23D-51F9-223E-A659-6AF7EF7FAA5A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18" creationId="{88F448F1-1210-FAC1-4F27-6E3DE68C692A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19" creationId="{230AC242-FA4B-63BB-C331-38B883873B66}"/>
          </ac:spMkLst>
        </pc:spChg>
        <pc:spChg chg="mod topLvl">
          <ac:chgData name="Vencislav Popov" userId="a6da403d51fb221c" providerId="LiveId" clId="{1DECBEB2-DFF5-4E3B-8C43-CD43555AFAAF}" dt="2023-06-24T14:50:28.566" v="519" actId="1076"/>
          <ac:spMkLst>
            <pc:docMk/>
            <pc:sldMk cId="303601268" sldId="257"/>
            <ac:spMk id="20" creationId="{36EF3899-4D99-328D-6447-D02ECDC369F3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21" creationId="{E04E2B82-2923-7401-F433-496AC8383A41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22" creationId="{71C2C015-2717-1711-BECC-D81D5F9A5E64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23" creationId="{36134185-D6FB-8BEC-2B15-58B3AC5BD78F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24" creationId="{BA935B1A-518B-608F-8141-EAD193A854E6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25" creationId="{770605C6-DC8A-A34C-9AA8-F1D2F5F3B928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27" creationId="{6C3B03BF-20D3-C601-8869-17564191FD30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28" creationId="{06BFF4EE-015B-EE3C-6035-12D5E7C5F8FA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29" creationId="{5A76CE56-A3F3-36F6-F209-D3C0CF1BA11E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30" creationId="{60A33AA6-B74B-9D46-F85A-986F0D756EC2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31" creationId="{89211BA6-93CE-E4BB-F103-8D622381CF2C}"/>
          </ac:spMkLst>
        </pc:spChg>
        <pc:spChg chg="mod topLvl">
          <ac:chgData name="Vencislav Popov" userId="a6da403d51fb221c" providerId="LiveId" clId="{1DECBEB2-DFF5-4E3B-8C43-CD43555AFAAF}" dt="2023-06-23T07:12:07.827" v="507" actId="1076"/>
          <ac:spMkLst>
            <pc:docMk/>
            <pc:sldMk cId="303601268" sldId="257"/>
            <ac:spMk id="32" creationId="{966AC6BA-08DD-4DFA-1DEF-E24B4F629200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40" creationId="{1F863ACD-7BD5-9B9D-C133-8CA54D1D0EC3}"/>
          </ac:spMkLst>
        </pc:spChg>
        <pc:spChg chg="del mod">
          <ac:chgData name="Vencislav Popov" userId="a6da403d51fb221c" providerId="LiveId" clId="{1DECBEB2-DFF5-4E3B-8C43-CD43555AFAAF}" dt="2023-06-23T07:05:44.775" v="356" actId="478"/>
          <ac:spMkLst>
            <pc:docMk/>
            <pc:sldMk cId="303601268" sldId="257"/>
            <ac:spMk id="41" creationId="{04FD5F1B-EFDB-2F83-B432-F9C3D248D428}"/>
          </ac:spMkLst>
        </pc:spChg>
        <pc:spChg chg="del mod">
          <ac:chgData name="Vencislav Popov" userId="a6da403d51fb221c" providerId="LiveId" clId="{1DECBEB2-DFF5-4E3B-8C43-CD43555AFAAF}" dt="2023-06-23T07:05:44.775" v="356" actId="478"/>
          <ac:spMkLst>
            <pc:docMk/>
            <pc:sldMk cId="303601268" sldId="257"/>
            <ac:spMk id="42" creationId="{77DD8DE7-7786-5BEA-E4DD-D697489B86FB}"/>
          </ac:spMkLst>
        </pc:spChg>
        <pc:spChg chg="del mod">
          <ac:chgData name="Vencislav Popov" userId="a6da403d51fb221c" providerId="LiveId" clId="{1DECBEB2-DFF5-4E3B-8C43-CD43555AFAAF}" dt="2023-06-23T07:05:44.775" v="356" actId="478"/>
          <ac:spMkLst>
            <pc:docMk/>
            <pc:sldMk cId="303601268" sldId="257"/>
            <ac:spMk id="43" creationId="{7CEA153F-C351-3527-E7DA-3DCCE6A19309}"/>
          </ac:spMkLst>
        </pc:spChg>
        <pc:spChg chg="del mod">
          <ac:chgData name="Vencislav Popov" userId="a6da403d51fb221c" providerId="LiveId" clId="{1DECBEB2-DFF5-4E3B-8C43-CD43555AFAAF}" dt="2023-06-23T07:05:44.775" v="356" actId="478"/>
          <ac:spMkLst>
            <pc:docMk/>
            <pc:sldMk cId="303601268" sldId="257"/>
            <ac:spMk id="44" creationId="{32E1B5B1-83B2-A34B-4C0E-19D9CE77E4CA}"/>
          </ac:spMkLst>
        </pc:spChg>
        <pc:spChg chg="del mod">
          <ac:chgData name="Vencislav Popov" userId="a6da403d51fb221c" providerId="LiveId" clId="{1DECBEB2-DFF5-4E3B-8C43-CD43555AFAAF}" dt="2023-06-23T07:05:44.775" v="356" actId="478"/>
          <ac:spMkLst>
            <pc:docMk/>
            <pc:sldMk cId="303601268" sldId="257"/>
            <ac:spMk id="45" creationId="{DEABFD0C-92F5-F0C4-F308-A2A56B7CD0A8}"/>
          </ac:spMkLst>
        </pc:spChg>
        <pc:spChg chg="del mod topLvl">
          <ac:chgData name="Vencislav Popov" userId="a6da403d51fb221c" providerId="LiveId" clId="{1DECBEB2-DFF5-4E3B-8C43-CD43555AFAAF}" dt="2023-06-23T07:05:44.775" v="356" actId="478"/>
          <ac:spMkLst>
            <pc:docMk/>
            <pc:sldMk cId="303601268" sldId="257"/>
            <ac:spMk id="46" creationId="{3D6F15B1-86D1-D6EE-FBEA-60C3EBD3A74A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47" creationId="{69A58CC9-71A2-C437-31C3-DABE81B73673}"/>
          </ac:spMkLst>
        </pc:spChg>
        <pc:spChg chg="mod or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48" creationId="{74565717-A400-51AD-8C66-3BFE874D90A3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49" creationId="{306935F3-2B52-C1D0-7A57-323E05FF7668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50" creationId="{FAF2DA8A-5393-8C1F-45F4-6296ABC9EAB0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51" creationId="{823C6FC8-7B49-AE19-0E27-5A4F4130341B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52" creationId="{B0055A14-D918-77BA-7E89-7D585EB07D6C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53" creationId="{EE57B006-1B2F-AE9D-9B01-5BA08230C98F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55" creationId="{5C78D0AE-9B91-7F85-207B-3B4DBCCAC9E3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56" creationId="{EFBBCC77-5F7B-C7BB-F916-00FA60ACCC71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57" creationId="{A7BBA68E-7CD1-4B60-9BAF-70E0E3E55B71}"/>
          </ac:spMkLst>
        </pc:spChg>
        <pc:spChg chg="mod topLvl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58" creationId="{ED4321D0-C23B-3F12-6371-6BFE784941BC}"/>
          </ac:spMkLst>
        </pc:spChg>
        <pc:spChg chg="mod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63" creationId="{2D1F8271-31AA-E5D3-6ECC-8E8C785A3D40}"/>
          </ac:spMkLst>
        </pc:spChg>
        <pc:spChg chg="del mod">
          <ac:chgData name="Vencislav Popov" userId="a6da403d51fb221c" providerId="LiveId" clId="{1DECBEB2-DFF5-4E3B-8C43-CD43555AFAAF}" dt="2023-06-23T06:59:11.145" v="151" actId="478"/>
          <ac:spMkLst>
            <pc:docMk/>
            <pc:sldMk cId="303601268" sldId="257"/>
            <ac:spMk id="64" creationId="{4C9F8A0D-2785-6DAB-5058-51A0D2389386}"/>
          </ac:spMkLst>
        </pc:spChg>
        <pc:spChg chg="del mod">
          <ac:chgData name="Vencislav Popov" userId="a6da403d51fb221c" providerId="LiveId" clId="{1DECBEB2-DFF5-4E3B-8C43-CD43555AFAAF}" dt="2023-06-23T06:59:11.145" v="151" actId="478"/>
          <ac:spMkLst>
            <pc:docMk/>
            <pc:sldMk cId="303601268" sldId="257"/>
            <ac:spMk id="65" creationId="{40DE6E73-D824-6DBC-FED8-77FB695C7909}"/>
          </ac:spMkLst>
        </pc:spChg>
        <pc:spChg chg="del mod">
          <ac:chgData name="Vencislav Popov" userId="a6da403d51fb221c" providerId="LiveId" clId="{1DECBEB2-DFF5-4E3B-8C43-CD43555AFAAF}" dt="2023-06-23T06:59:11.145" v="151" actId="478"/>
          <ac:spMkLst>
            <pc:docMk/>
            <pc:sldMk cId="303601268" sldId="257"/>
            <ac:spMk id="66" creationId="{DE55C7A2-ECC2-C167-98C7-AEAEC641F971}"/>
          </ac:spMkLst>
        </pc:spChg>
        <pc:spChg chg="del mod">
          <ac:chgData name="Vencislav Popov" userId="a6da403d51fb221c" providerId="LiveId" clId="{1DECBEB2-DFF5-4E3B-8C43-CD43555AFAAF}" dt="2023-06-23T06:59:11.145" v="151" actId="478"/>
          <ac:spMkLst>
            <pc:docMk/>
            <pc:sldMk cId="303601268" sldId="257"/>
            <ac:spMk id="67" creationId="{E4E85C56-6969-7073-93AD-246A3BDEDCE0}"/>
          </ac:spMkLst>
        </pc:spChg>
        <pc:spChg chg="add mod ord">
          <ac:chgData name="Vencislav Popov" userId="a6da403d51fb221c" providerId="LiveId" clId="{1DECBEB2-DFF5-4E3B-8C43-CD43555AFAAF}" dt="2023-06-23T07:12:21.964" v="512" actId="113"/>
          <ac:spMkLst>
            <pc:docMk/>
            <pc:sldMk cId="303601268" sldId="257"/>
            <ac:spMk id="70" creationId="{CB5AC67F-5749-9C2E-3F96-4FF7A36363A1}"/>
          </ac:spMkLst>
        </pc:spChg>
        <pc:spChg chg="add mod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72" creationId="{94FCD5FC-CE49-DD96-16B6-F3495E74D139}"/>
          </ac:spMkLst>
        </pc:spChg>
        <pc:spChg chg="add mod ord">
          <ac:chgData name="Vencislav Popov" userId="a6da403d51fb221c" providerId="LiveId" clId="{1DECBEB2-DFF5-4E3B-8C43-CD43555AFAAF}" dt="2023-06-23T07:12:18.155" v="511" actId="113"/>
          <ac:spMkLst>
            <pc:docMk/>
            <pc:sldMk cId="303601268" sldId="257"/>
            <ac:spMk id="77" creationId="{8809CE77-665E-25DE-3F90-E326D6CED654}"/>
          </ac:spMkLst>
        </pc:spChg>
        <pc:spChg chg="add mod ord">
          <ac:chgData name="Vencislav Popov" userId="a6da403d51fb221c" providerId="LiveId" clId="{1DECBEB2-DFF5-4E3B-8C43-CD43555AFAAF}" dt="2023-06-23T07:12:13.447" v="508" actId="113"/>
          <ac:spMkLst>
            <pc:docMk/>
            <pc:sldMk cId="303601268" sldId="257"/>
            <ac:spMk id="79" creationId="{3A480367-BD76-C2BD-70B9-63B3A89FC5C7}"/>
          </ac:spMkLst>
        </pc:spChg>
        <pc:spChg chg="add mod">
          <ac:chgData name="Vencislav Popov" userId="a6da403d51fb221c" providerId="LiveId" clId="{1DECBEB2-DFF5-4E3B-8C43-CD43555AFAAF}" dt="2023-06-23T07:10:22" v="506" actId="164"/>
          <ac:spMkLst>
            <pc:docMk/>
            <pc:sldMk cId="303601268" sldId="257"/>
            <ac:spMk id="81" creationId="{B1F93222-96E7-574E-B77F-759C599FFE4E}"/>
          </ac:spMkLst>
        </pc:spChg>
        <pc:grpChg chg="add del mod">
          <ac:chgData name="Vencislav Popov" userId="a6da403d51fb221c" providerId="LiveId" clId="{1DECBEB2-DFF5-4E3B-8C43-CD43555AFAAF}" dt="2023-06-23T06:57:30.291" v="55" actId="165"/>
          <ac:grpSpMkLst>
            <pc:docMk/>
            <pc:sldMk cId="303601268" sldId="257"/>
            <ac:grpSpMk id="4" creationId="{5E77B9FA-827F-A7E4-E572-997CD34AE8F6}"/>
          </ac:grpSpMkLst>
        </pc:grpChg>
        <pc:grpChg chg="del mod topLvl">
          <ac:chgData name="Vencislav Popov" userId="a6da403d51fb221c" providerId="LiveId" clId="{1DECBEB2-DFF5-4E3B-8C43-CD43555AFAAF}" dt="2023-06-23T06:58:04.156" v="74" actId="165"/>
          <ac:grpSpMkLst>
            <pc:docMk/>
            <pc:sldMk cId="303601268" sldId="257"/>
            <ac:grpSpMk id="8" creationId="{BA1FE7EF-CD17-BFF3-CD15-1F94F9A83116}"/>
          </ac:grpSpMkLst>
        </pc:grpChg>
        <pc:grpChg chg="add del mod topLvl">
          <ac:chgData name="Vencislav Popov" userId="a6da403d51fb221c" providerId="LiveId" clId="{1DECBEB2-DFF5-4E3B-8C43-CD43555AFAAF}" dt="2023-06-23T07:03:13.232" v="285" actId="165"/>
          <ac:grpSpMkLst>
            <pc:docMk/>
            <pc:sldMk cId="303601268" sldId="257"/>
            <ac:grpSpMk id="10" creationId="{4CD196DB-2962-B3CA-B8C1-061CF3CCE70C}"/>
          </ac:grpSpMkLst>
        </pc:grpChg>
        <pc:grpChg chg="add del mod topLvl">
          <ac:chgData name="Vencislav Popov" userId="a6da403d51fb221c" providerId="LiveId" clId="{1DECBEB2-DFF5-4E3B-8C43-CD43555AFAAF}" dt="2023-06-23T07:03:17.633" v="286" actId="165"/>
          <ac:grpSpMkLst>
            <pc:docMk/>
            <pc:sldMk cId="303601268" sldId="257"/>
            <ac:grpSpMk id="11" creationId="{A709A3D4-C921-48C6-1F2A-8267851B85F8}"/>
          </ac:grpSpMkLst>
        </pc:grpChg>
        <pc:grpChg chg="del mod topLvl">
          <ac:chgData name="Vencislav Popov" userId="a6da403d51fb221c" providerId="LiveId" clId="{1DECBEB2-DFF5-4E3B-8C43-CD43555AFAAF}" dt="2023-06-23T07:05:44.775" v="356" actId="478"/>
          <ac:grpSpMkLst>
            <pc:docMk/>
            <pc:sldMk cId="303601268" sldId="257"/>
            <ac:grpSpMk id="26" creationId="{B5E20562-DCA3-F5F7-A057-FFFA3FA75D50}"/>
          </ac:grpSpMkLst>
        </pc:grpChg>
        <pc:grpChg chg="del mod topLvl">
          <ac:chgData name="Vencislav Popov" userId="a6da403d51fb221c" providerId="LiveId" clId="{1DECBEB2-DFF5-4E3B-8C43-CD43555AFAAF}" dt="2023-06-23T06:59:17.772" v="152" actId="478"/>
          <ac:grpSpMkLst>
            <pc:docMk/>
            <pc:sldMk cId="303601268" sldId="257"/>
            <ac:grpSpMk id="54" creationId="{702938D5-38ED-6932-C18D-B11D14512228}"/>
          </ac:grpSpMkLst>
        </pc:grpChg>
        <pc:grpChg chg="mod topLvl">
          <ac:chgData name="Vencislav Popov" userId="a6da403d51fb221c" providerId="LiveId" clId="{1DECBEB2-DFF5-4E3B-8C43-CD43555AFAAF}" dt="2023-06-23T07:03:00.268" v="284" actId="338"/>
          <ac:grpSpMkLst>
            <pc:docMk/>
            <pc:sldMk cId="303601268" sldId="257"/>
            <ac:grpSpMk id="73" creationId="{E921F680-4A5B-FA1F-2991-8098A398BDDD}"/>
          </ac:grpSpMkLst>
        </pc:grpChg>
        <pc:grpChg chg="add del mod">
          <ac:chgData name="Vencislav Popov" userId="a6da403d51fb221c" providerId="LiveId" clId="{1DECBEB2-DFF5-4E3B-8C43-CD43555AFAAF}" dt="2023-06-23T07:03:00.268" v="284" actId="338"/>
          <ac:grpSpMkLst>
            <pc:docMk/>
            <pc:sldMk cId="303601268" sldId="257"/>
            <ac:grpSpMk id="74" creationId="{7BCFDD4D-E1A1-07FA-AA3E-8DF5502B1B21}"/>
          </ac:grpSpMkLst>
        </pc:grpChg>
        <pc:grpChg chg="add del mod">
          <ac:chgData name="Vencislav Popov" userId="a6da403d51fb221c" providerId="LiveId" clId="{1DECBEB2-DFF5-4E3B-8C43-CD43555AFAAF}" dt="2023-06-23T07:02:59.323" v="282" actId="338"/>
          <ac:grpSpMkLst>
            <pc:docMk/>
            <pc:sldMk cId="303601268" sldId="257"/>
            <ac:grpSpMk id="75" creationId="{5A7CB94C-369F-174A-7D9A-1B670C623C82}"/>
          </ac:grpSpMkLst>
        </pc:grpChg>
        <pc:grpChg chg="add mod">
          <ac:chgData name="Vencislav Popov" userId="a6da403d51fb221c" providerId="LiveId" clId="{1DECBEB2-DFF5-4E3B-8C43-CD43555AFAAF}" dt="2023-06-23T07:10:22" v="506" actId="164"/>
          <ac:grpSpMkLst>
            <pc:docMk/>
            <pc:sldMk cId="303601268" sldId="257"/>
            <ac:grpSpMk id="85" creationId="{94051B63-8ABC-2781-039D-55BF98173739}"/>
          </ac:grpSpMkLst>
        </pc:grpChg>
        <pc:picChg chg="del mod topLvl">
          <ac:chgData name="Vencislav Popov" userId="a6da403d51fb221c" providerId="LiveId" clId="{1DECBEB2-DFF5-4E3B-8C43-CD43555AFAAF}" dt="2023-06-23T07:05:47.264" v="357" actId="478"/>
          <ac:picMkLst>
            <pc:docMk/>
            <pc:sldMk cId="303601268" sldId="257"/>
            <ac:picMk id="12" creationId="{A614EF0C-7AA1-CA3B-19E2-D2CF81D379C5}"/>
          </ac:picMkLst>
        </pc:picChg>
        <pc:picChg chg="del mod">
          <ac:chgData name="Vencislav Popov" userId="a6da403d51fb221c" providerId="LiveId" clId="{1DECBEB2-DFF5-4E3B-8C43-CD43555AFAAF}" dt="2023-06-23T06:59:17.772" v="152" actId="478"/>
          <ac:picMkLst>
            <pc:docMk/>
            <pc:sldMk cId="303601268" sldId="257"/>
            <ac:picMk id="68" creationId="{320E78F9-B8A2-8034-E670-046CD169E850}"/>
          </ac:picMkLst>
        </pc:picChg>
        <pc:picChg chg="add mod ord">
          <ac:chgData name="Vencislav Popov" userId="a6da403d51fb221c" providerId="LiveId" clId="{1DECBEB2-DFF5-4E3B-8C43-CD43555AFAAF}" dt="2023-06-23T07:10:22" v="506" actId="164"/>
          <ac:picMkLst>
            <pc:docMk/>
            <pc:sldMk cId="303601268" sldId="257"/>
            <ac:picMk id="69" creationId="{5FEB54FD-215D-B48A-07FA-7FBBAFF160C4}"/>
          </ac:picMkLst>
        </pc:picChg>
        <pc:picChg chg="add mod">
          <ac:chgData name="Vencislav Popov" userId="a6da403d51fb221c" providerId="LiveId" clId="{1DECBEB2-DFF5-4E3B-8C43-CD43555AFAAF}" dt="2023-06-23T07:10:22" v="506" actId="164"/>
          <ac:picMkLst>
            <pc:docMk/>
            <pc:sldMk cId="303601268" sldId="257"/>
            <ac:picMk id="71" creationId="{664DD359-BC61-B324-81BE-8459F50E00CF}"/>
          </ac:picMkLst>
        </pc:picChg>
        <pc:picChg chg="add mod ord">
          <ac:chgData name="Vencislav Popov" userId="a6da403d51fb221c" providerId="LiveId" clId="{1DECBEB2-DFF5-4E3B-8C43-CD43555AFAAF}" dt="2023-06-23T07:10:22" v="506" actId="164"/>
          <ac:picMkLst>
            <pc:docMk/>
            <pc:sldMk cId="303601268" sldId="257"/>
            <ac:picMk id="76" creationId="{8297F210-E2DD-27EB-D211-BF7F9F60AC70}"/>
          </ac:picMkLst>
        </pc:picChg>
        <pc:picChg chg="add mod ord">
          <ac:chgData name="Vencislav Popov" userId="a6da403d51fb221c" providerId="LiveId" clId="{1DECBEB2-DFF5-4E3B-8C43-CD43555AFAAF}" dt="2023-06-23T07:10:22" v="506" actId="164"/>
          <ac:picMkLst>
            <pc:docMk/>
            <pc:sldMk cId="303601268" sldId="257"/>
            <ac:picMk id="78" creationId="{41799A08-687D-1FD5-808D-56CFE07AEA13}"/>
          </ac:picMkLst>
        </pc:picChg>
        <pc:picChg chg="add mod">
          <ac:chgData name="Vencislav Popov" userId="a6da403d51fb221c" providerId="LiveId" clId="{1DECBEB2-DFF5-4E3B-8C43-CD43555AFAAF}" dt="2023-06-23T07:10:22" v="506" actId="164"/>
          <ac:picMkLst>
            <pc:docMk/>
            <pc:sldMk cId="303601268" sldId="257"/>
            <ac:picMk id="80" creationId="{FE5835F4-606F-3A6E-7ABE-4020B37D40F8}"/>
          </ac:picMkLst>
        </pc:picChg>
        <pc:picChg chg="add mod ord">
          <ac:chgData name="Vencislav Popov" userId="a6da403d51fb221c" providerId="LiveId" clId="{1DECBEB2-DFF5-4E3B-8C43-CD43555AFAAF}" dt="2023-06-23T07:10:22" v="506" actId="164"/>
          <ac:picMkLst>
            <pc:docMk/>
            <pc:sldMk cId="303601268" sldId="257"/>
            <ac:picMk id="82" creationId="{22F3F08E-C538-B2DA-890B-CD389A47AE63}"/>
          </ac:picMkLst>
        </pc:picChg>
        <pc:picChg chg="add mod ord">
          <ac:chgData name="Vencislav Popov" userId="a6da403d51fb221c" providerId="LiveId" clId="{1DECBEB2-DFF5-4E3B-8C43-CD43555AFAAF}" dt="2023-06-23T07:10:22" v="506" actId="164"/>
          <ac:picMkLst>
            <pc:docMk/>
            <pc:sldMk cId="303601268" sldId="257"/>
            <ac:picMk id="83" creationId="{A470BDF6-197E-C407-7101-10B511E15D8C}"/>
          </ac:picMkLst>
        </pc:picChg>
        <pc:picChg chg="add mod ord">
          <ac:chgData name="Vencislav Popov" userId="a6da403d51fb221c" providerId="LiveId" clId="{1DECBEB2-DFF5-4E3B-8C43-CD43555AFAAF}" dt="2023-06-23T07:10:22" v="506" actId="164"/>
          <ac:picMkLst>
            <pc:docMk/>
            <pc:sldMk cId="303601268" sldId="257"/>
            <ac:picMk id="84" creationId="{CF9D2F8D-10E1-AEB0-A502-FEEDCAF0C953}"/>
          </ac:picMkLst>
        </pc:picChg>
        <pc:picChg chg="add del mod">
          <ac:chgData name="Vencislav Popov" userId="a6da403d51fb221c" providerId="LiveId" clId="{1DECBEB2-DFF5-4E3B-8C43-CD43555AFAAF}" dt="2023-06-23T07:12:17.170" v="510"/>
          <ac:picMkLst>
            <pc:docMk/>
            <pc:sldMk cId="303601268" sldId="257"/>
            <ac:picMk id="86" creationId="{83D5B68D-0217-C111-A540-0F9BC5493C5A}"/>
          </ac:picMkLst>
        </pc:pic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33" creationId="{B79D84CE-1854-6817-4B15-A75C94F0B026}"/>
          </ac:cxnSpMkLst>
        </pc:cxn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34" creationId="{7C9C5D6B-0940-B380-8A7A-233A0A8BC2B2}"/>
          </ac:cxnSpMkLst>
        </pc:cxnChg>
        <pc:cxnChg chg="mod topLvl">
          <ac:chgData name="Vencislav Popov" userId="a6da403d51fb221c" providerId="LiveId" clId="{1DECBEB2-DFF5-4E3B-8C43-CD43555AFAAF}" dt="2023-06-24T14:50:28.566" v="519" actId="1076"/>
          <ac:cxnSpMkLst>
            <pc:docMk/>
            <pc:sldMk cId="303601268" sldId="257"/>
            <ac:cxnSpMk id="35" creationId="{D940B822-F6A6-CC96-1118-5F6A49E88E74}"/>
          </ac:cxnSpMkLst>
        </pc:cxn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36" creationId="{4DDA867D-E875-8E11-0938-A5DA10FF763F}"/>
          </ac:cxnSpMkLst>
        </pc:cxn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37" creationId="{8AD1634B-05B1-5DDD-02A7-14C07097FBD7}"/>
          </ac:cxnSpMkLst>
        </pc:cxn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38" creationId="{E00D2F63-5D2F-0769-1E63-1A6CAFE7BE67}"/>
          </ac:cxnSpMkLst>
        </pc:cxn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39" creationId="{E0F8973E-0932-9DDE-275C-5FEFAB331A76}"/>
          </ac:cxnSpMkLst>
        </pc:cxn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59" creationId="{5A214810-2EC5-DBD7-F540-693A43359DC9}"/>
          </ac:cxnSpMkLst>
        </pc:cxn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60" creationId="{6FE36AD2-9446-D04A-C688-7F99361D1113}"/>
          </ac:cxnSpMkLst>
        </pc:cxn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61" creationId="{801B2B24-ABAA-48D8-2DA4-A7A01B5DB774}"/>
          </ac:cxnSpMkLst>
        </pc:cxnChg>
        <pc:cxnChg chg="mod topLvl">
          <ac:chgData name="Vencislav Popov" userId="a6da403d51fb221c" providerId="LiveId" clId="{1DECBEB2-DFF5-4E3B-8C43-CD43555AFAAF}" dt="2023-06-23T07:10:22" v="506" actId="164"/>
          <ac:cxnSpMkLst>
            <pc:docMk/>
            <pc:sldMk cId="303601268" sldId="257"/>
            <ac:cxnSpMk id="62" creationId="{30A84FD9-68F0-649D-D621-B9D6D16D16C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3EED-F8FB-C568-EF2E-C964B49A4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3F50E-8FCA-221E-B02B-77E05307A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755A6-4C11-1F79-B5D0-0CDD7B31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B254C-12FC-AA58-4AEA-4A2FD726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70BE3-838A-1014-4EDE-B468A3B7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6259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CAA5-02A2-B3FE-9411-0A17DB83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ECD16-4845-7FAC-B227-10F1AE81D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73F94-0E3C-54D7-7E8D-302AB37D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0C04-3E84-917F-5FFF-291E753F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1A006-3379-C92F-147C-C2159FD6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2969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AAC93-AE1F-FB18-CA24-F919852F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6A67E-D3D9-2550-1B06-560549F8A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86012-AB4F-E933-2F8C-AC8F15BD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EF674-18AD-CC38-D94C-452D992B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6851A-4776-E92A-AF81-B19B95CF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00366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7CBC-AA8B-ED9C-C704-0D448269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05EA5-418B-5497-2E5D-18AC0A3A7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70B1B-3370-AAA0-8759-29AA5B42B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4711A-06A2-CB63-993E-FE568971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F48C0-1BA5-39B7-F7E0-30EEED57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17DF4-B359-44D5-893D-F9F4EADD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0006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DB17-A0B3-FB02-352A-F5F00062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02437-060F-861D-36CA-D2F292463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79CBB-011D-50B7-1DCF-67370E5F3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807EF-BA8D-942B-9D03-51712BD4B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2CF8D5-A14E-B0E3-9F3D-A11014BB6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56B10-5633-B5EB-B494-D72E62F1D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76030-5AF6-A9E7-A0E5-D9C22F2F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C39B0F-2874-0009-EBF7-9B73C421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82933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1926-E583-F41A-1B22-64F1C2094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A71AB-6086-BE15-58E3-015AD89A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EDD8B-D1BB-6AA4-11F5-D6CA320F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94F0D-1EB2-0450-1383-7CE46F1A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78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DA8E69-2C54-E078-A8C4-3A1E45FB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F1079-9C55-E64F-527F-FC092E37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86634-CE5E-07C7-C2D7-8A32FFA2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8188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15D5-35BE-3BE8-1FA3-5E5CBB7B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94721-3767-4A8B-F334-DD16B30C7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2F543-3C6B-603F-ADEB-8F0D0DFB3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51C37-A305-092F-98B4-7A93F65B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1210A-AE40-7D0A-4085-9C5EF5E8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9E730-EA87-C02B-21C8-4F744FE1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7602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31EE-9443-511C-8360-97CD16AA9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7987D-3AF1-ADDB-ED68-FD21FAB09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0B338-CB33-0801-4D99-38B776318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26D7A-4D2A-5747-397C-EF4D7571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1C568-3848-2BD9-EC6C-98BC54BF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B0FF5-01E2-E9C6-0848-653E97810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508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D099-C5BF-CB24-ABAB-23DA28FF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2D690-D3BA-88F0-A391-C6BCCBFE7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01AB8-519F-AE63-3F0F-AA09A799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487F-1008-D824-CC37-14DF3B16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1C239-D534-BDED-9665-7CC0F83E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3907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FD611-1567-C111-DDD2-41984B986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51859-8E2D-8F69-18E9-160F420AE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C219F-EEC7-7B63-E46C-8B1DD7FF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B697C-4911-439E-569F-9B24C0A11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6E48E-CADD-636E-F8AD-59E315A7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448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F5356A-C7AF-1122-A70F-135B28A0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1FD84-3847-3558-E3B0-B56CC0206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9D1CA-C5BC-EFDD-10FD-1E7E8927C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3F578-A551-491B-98ED-7220E4D0A93A}" type="datetimeFigureOut">
              <a:rPr lang="en-CH" smtClean="0"/>
              <a:t>24/06/2023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60178-5034-4278-93BE-5ED8885B5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B17B7-3F89-473B-163A-52331E6F2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A9C4D-D209-45B0-8A1B-F44BAA1CA49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1987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7" name="Group 1096">
            <a:extLst>
              <a:ext uri="{FF2B5EF4-FFF2-40B4-BE49-F238E27FC236}">
                <a16:creationId xmlns:a16="http://schemas.microsoft.com/office/drawing/2014/main" id="{D7C23CFD-840D-80E8-A14E-F2AF7A2E1125}"/>
              </a:ext>
            </a:extLst>
          </p:cNvPr>
          <p:cNvGrpSpPr/>
          <p:nvPr/>
        </p:nvGrpSpPr>
        <p:grpSpPr>
          <a:xfrm>
            <a:off x="2603018" y="206593"/>
            <a:ext cx="6718300" cy="5607251"/>
            <a:chOff x="2603018" y="206593"/>
            <a:chExt cx="6718300" cy="5607251"/>
          </a:xfrm>
        </p:grpSpPr>
        <p:sp>
          <p:nvSpPr>
            <p:cNvPr id="1093" name="Rectangle 1092">
              <a:extLst>
                <a:ext uri="{FF2B5EF4-FFF2-40B4-BE49-F238E27FC236}">
                  <a16:creationId xmlns:a16="http://schemas.microsoft.com/office/drawing/2014/main" id="{3257E863-494D-1ACE-7438-C3617C8E816B}"/>
                </a:ext>
              </a:extLst>
            </p:cNvPr>
            <p:cNvSpPr/>
            <p:nvPr/>
          </p:nvSpPr>
          <p:spPr>
            <a:xfrm>
              <a:off x="2603018" y="3040243"/>
              <a:ext cx="6718300" cy="27734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1094" name="TextBox 1093">
              <a:extLst>
                <a:ext uri="{FF2B5EF4-FFF2-40B4-BE49-F238E27FC236}">
                  <a16:creationId xmlns:a16="http://schemas.microsoft.com/office/drawing/2014/main" id="{44749A0F-AD27-4600-D9F1-865910A53FFE}"/>
                </a:ext>
              </a:extLst>
            </p:cNvPr>
            <p:cNvSpPr txBox="1"/>
            <p:nvPr/>
          </p:nvSpPr>
          <p:spPr>
            <a:xfrm>
              <a:off x="2722037" y="3115386"/>
              <a:ext cx="1290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Reset</a:t>
              </a:r>
              <a:r>
                <a:rPr lang="en-US" dirty="0"/>
                <a:t> trials:</a:t>
              </a:r>
              <a:endParaRPr lang="en-CH" dirty="0"/>
            </a:p>
          </p:txBody>
        </p:sp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5F71E6E8-42CB-46E8-3E39-24060CD394F0}"/>
                </a:ext>
              </a:extLst>
            </p:cNvPr>
            <p:cNvSpPr/>
            <p:nvPr/>
          </p:nvSpPr>
          <p:spPr>
            <a:xfrm>
              <a:off x="2603018" y="206593"/>
              <a:ext cx="6718300" cy="26834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grpSp>
          <p:nvGrpSpPr>
            <p:cNvPr id="1092" name="Group 1091">
              <a:extLst>
                <a:ext uri="{FF2B5EF4-FFF2-40B4-BE49-F238E27FC236}">
                  <a16:creationId xmlns:a16="http://schemas.microsoft.com/office/drawing/2014/main" id="{1E6DEE20-E2F6-2606-6774-13507EC071CE}"/>
                </a:ext>
              </a:extLst>
            </p:cNvPr>
            <p:cNvGrpSpPr/>
            <p:nvPr/>
          </p:nvGrpSpPr>
          <p:grpSpPr>
            <a:xfrm>
              <a:off x="2956784" y="797390"/>
              <a:ext cx="4032197" cy="1988325"/>
              <a:chOff x="2956784" y="797390"/>
              <a:chExt cx="4032197" cy="1988325"/>
            </a:xfrm>
          </p:grpSpPr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088F98E8-153B-4283-48B9-D4CAC7295AAE}"/>
                  </a:ext>
                </a:extLst>
              </p:cNvPr>
              <p:cNvSpPr/>
              <p:nvPr/>
            </p:nvSpPr>
            <p:spPr>
              <a:xfrm>
                <a:off x="2967349" y="1167260"/>
                <a:ext cx="1265582" cy="914400"/>
              </a:xfrm>
              <a:prstGeom prst="rect">
                <a:avLst/>
              </a:prstGeom>
              <a:solidFill>
                <a:schemeClr val="bg1"/>
              </a:solidFill>
              <a:scene3d>
                <a:camera prst="isometricOffAxis1Righ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chair</a:t>
                </a:r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A46B13DC-8F8D-F580-61A1-12128D662770}"/>
                  </a:ext>
                </a:extLst>
              </p:cNvPr>
              <p:cNvSpPr/>
              <p:nvPr/>
            </p:nvSpPr>
            <p:spPr>
              <a:xfrm>
                <a:off x="3760722" y="1167260"/>
                <a:ext cx="1265582" cy="914400"/>
              </a:xfrm>
              <a:prstGeom prst="rect">
                <a:avLst/>
              </a:prstGeom>
              <a:solidFill>
                <a:schemeClr val="bg1"/>
              </a:solidFill>
              <a:scene3d>
                <a:camera prst="isometricOffAxis1Righ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4" name="TextBox 1053">
                <a:extLst>
                  <a:ext uri="{FF2B5EF4-FFF2-40B4-BE49-F238E27FC236}">
                    <a16:creationId xmlns:a16="http://schemas.microsoft.com/office/drawing/2014/main" id="{08EF9FAD-6378-A2A3-C40C-2CC71A1FBF84}"/>
                  </a:ext>
                </a:extLst>
              </p:cNvPr>
              <p:cNvSpPr txBox="1"/>
              <p:nvPr/>
            </p:nvSpPr>
            <p:spPr>
              <a:xfrm>
                <a:off x="3339224" y="813467"/>
                <a:ext cx="521297" cy="230832"/>
              </a:xfrm>
              <a:prstGeom prst="rect">
                <a:avLst/>
              </a:prstGeom>
              <a:noFill/>
              <a:scene3d>
                <a:camera prst="isometricOffAxis1Right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750 </a:t>
                </a:r>
                <a:r>
                  <a:rPr lang="en-US" sz="900" dirty="0" err="1"/>
                  <a:t>ms</a:t>
                </a:r>
                <a:endParaRPr lang="en-CH" sz="900" dirty="0"/>
              </a:p>
            </p:txBody>
          </p:sp>
          <p:sp>
            <p:nvSpPr>
              <p:cNvPr id="1055" name="TextBox 1054">
                <a:extLst>
                  <a:ext uri="{FF2B5EF4-FFF2-40B4-BE49-F238E27FC236}">
                    <a16:creationId xmlns:a16="http://schemas.microsoft.com/office/drawing/2014/main" id="{B383EDB4-EB64-668C-F023-B2006F85E312}"/>
                  </a:ext>
                </a:extLst>
              </p:cNvPr>
              <p:cNvSpPr txBox="1"/>
              <p:nvPr/>
            </p:nvSpPr>
            <p:spPr>
              <a:xfrm>
                <a:off x="4132864" y="797390"/>
                <a:ext cx="521297" cy="230832"/>
              </a:xfrm>
              <a:prstGeom prst="rect">
                <a:avLst/>
              </a:prstGeom>
              <a:noFill/>
              <a:scene3d>
                <a:camera prst="isometricOffAxis1Right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250 </a:t>
                </a:r>
                <a:r>
                  <a:rPr lang="en-US" sz="900" dirty="0" err="1"/>
                  <a:t>ms</a:t>
                </a:r>
                <a:endParaRPr lang="en-CH" sz="900" dirty="0"/>
              </a:p>
            </p:txBody>
          </p:sp>
          <p:sp>
            <p:nvSpPr>
              <p:cNvPr id="1056" name="Right Brace 1055">
                <a:extLst>
                  <a:ext uri="{FF2B5EF4-FFF2-40B4-BE49-F238E27FC236}">
                    <a16:creationId xmlns:a16="http://schemas.microsoft.com/office/drawing/2014/main" id="{D8BDA506-1382-64A4-7664-9BB213EE96DA}"/>
                  </a:ext>
                </a:extLst>
              </p:cNvPr>
              <p:cNvSpPr/>
              <p:nvPr/>
            </p:nvSpPr>
            <p:spPr>
              <a:xfrm rot="5400000">
                <a:off x="3769996" y="1528135"/>
                <a:ext cx="101935" cy="1657350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1057" name="TextBox 1056">
                <a:extLst>
                  <a:ext uri="{FF2B5EF4-FFF2-40B4-BE49-F238E27FC236}">
                    <a16:creationId xmlns:a16="http://schemas.microsoft.com/office/drawing/2014/main" id="{02A7CA0B-7F0C-EE7E-D91A-A6FFC62C6AD7}"/>
                  </a:ext>
                </a:extLst>
              </p:cNvPr>
              <p:cNvSpPr txBox="1"/>
              <p:nvPr/>
            </p:nvSpPr>
            <p:spPr>
              <a:xfrm>
                <a:off x="2956784" y="2407778"/>
                <a:ext cx="172835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List 1</a:t>
                </a:r>
                <a:r>
                  <a:rPr lang="en-US" sz="1000" dirty="0"/>
                  <a:t>: 1 to 6 words presented</a:t>
                </a:r>
                <a:endParaRPr lang="en-CH" sz="1000" dirty="0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35A46FE0-9CA1-7003-3F04-375BD6CFEA22}"/>
                  </a:ext>
                </a:extLst>
              </p:cNvPr>
              <p:cNvSpPr/>
              <p:nvPr/>
            </p:nvSpPr>
            <p:spPr>
              <a:xfrm>
                <a:off x="4589398" y="1167260"/>
                <a:ext cx="1265582" cy="914400"/>
              </a:xfrm>
              <a:prstGeom prst="rect">
                <a:avLst/>
              </a:prstGeom>
              <a:solidFill>
                <a:schemeClr val="bg1"/>
              </a:solidFill>
              <a:scene3d>
                <a:camera prst="isometricOffAxis1Righ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  <a:endParaRPr lang="en-CH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64" name="Group 1063">
                <a:extLst>
                  <a:ext uri="{FF2B5EF4-FFF2-40B4-BE49-F238E27FC236}">
                    <a16:creationId xmlns:a16="http://schemas.microsoft.com/office/drawing/2014/main" id="{8069589F-FA4D-E5D2-4C60-A5DDE252D198}"/>
                  </a:ext>
                </a:extLst>
              </p:cNvPr>
              <p:cNvGrpSpPr/>
              <p:nvPr/>
            </p:nvGrpSpPr>
            <p:grpSpPr>
              <a:xfrm>
                <a:off x="5378653" y="1167260"/>
                <a:ext cx="1265582" cy="914400"/>
                <a:chOff x="7858541" y="1557129"/>
                <a:chExt cx="1265582" cy="914400"/>
              </a:xfrm>
              <a:solidFill>
                <a:schemeClr val="bg1"/>
              </a:solidFill>
            </p:grpSpPr>
            <p:sp>
              <p:nvSpPr>
                <p:cNvPr id="1065" name="Rectangle 1064">
                  <a:extLst>
                    <a:ext uri="{FF2B5EF4-FFF2-40B4-BE49-F238E27FC236}">
                      <a16:creationId xmlns:a16="http://schemas.microsoft.com/office/drawing/2014/main" id="{50C5F3F2-525D-92DD-B07D-D1655B5B1112}"/>
                    </a:ext>
                  </a:extLst>
                </p:cNvPr>
                <p:cNvSpPr/>
                <p:nvPr/>
              </p:nvSpPr>
              <p:spPr>
                <a:xfrm>
                  <a:off x="7858541" y="1557129"/>
                  <a:ext cx="1265582" cy="914400"/>
                </a:xfrm>
                <a:prstGeom prst="rect">
                  <a:avLst/>
                </a:prstGeom>
                <a:grpFill/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6" name="Rectangle 1065">
                  <a:extLst>
                    <a:ext uri="{FF2B5EF4-FFF2-40B4-BE49-F238E27FC236}">
                      <a16:creationId xmlns:a16="http://schemas.microsoft.com/office/drawing/2014/main" id="{D68A8E39-4A75-F797-A8AF-6D6CDC022C05}"/>
                    </a:ext>
                  </a:extLst>
                </p:cNvPr>
                <p:cNvSpPr/>
                <p:nvPr/>
              </p:nvSpPr>
              <p:spPr>
                <a:xfrm>
                  <a:off x="8230023" y="2012621"/>
                  <a:ext cx="119270" cy="106017"/>
                </a:xfrm>
                <a:prstGeom prst="rect">
                  <a:avLst/>
                </a:prstGeom>
                <a:grpFill/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en-CH" sz="7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7" name="Rectangle 1066">
                  <a:extLst>
                    <a:ext uri="{FF2B5EF4-FFF2-40B4-BE49-F238E27FC236}">
                      <a16:creationId xmlns:a16="http://schemas.microsoft.com/office/drawing/2014/main" id="{5ABF176D-F860-8AE6-723A-6131D3451EA0}"/>
                    </a:ext>
                  </a:extLst>
                </p:cNvPr>
                <p:cNvSpPr/>
                <p:nvPr/>
              </p:nvSpPr>
              <p:spPr>
                <a:xfrm>
                  <a:off x="8382421" y="1988805"/>
                  <a:ext cx="119270" cy="106017"/>
                </a:xfrm>
                <a:prstGeom prst="rect">
                  <a:avLst/>
                </a:prstGeom>
                <a:grpFill/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en-CH" sz="7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8" name="Rectangle 1067">
                  <a:extLst>
                    <a:ext uri="{FF2B5EF4-FFF2-40B4-BE49-F238E27FC236}">
                      <a16:creationId xmlns:a16="http://schemas.microsoft.com/office/drawing/2014/main" id="{AF8D8E14-3334-DF66-31E2-8FA488E6604F}"/>
                    </a:ext>
                  </a:extLst>
                </p:cNvPr>
                <p:cNvSpPr/>
                <p:nvPr/>
              </p:nvSpPr>
              <p:spPr>
                <a:xfrm>
                  <a:off x="8534819" y="1964995"/>
                  <a:ext cx="119270" cy="106017"/>
                </a:xfrm>
                <a:prstGeom prst="rect">
                  <a:avLst/>
                </a:prstGeom>
                <a:grpFill/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en-CH" sz="7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9" name="Rectangle 1068">
                  <a:extLst>
                    <a:ext uri="{FF2B5EF4-FFF2-40B4-BE49-F238E27FC236}">
                      <a16:creationId xmlns:a16="http://schemas.microsoft.com/office/drawing/2014/main" id="{FB029109-6F25-D120-5E79-D9072BEA2BB5}"/>
                    </a:ext>
                  </a:extLst>
                </p:cNvPr>
                <p:cNvSpPr/>
                <p:nvPr/>
              </p:nvSpPr>
              <p:spPr>
                <a:xfrm>
                  <a:off x="8687217" y="1943872"/>
                  <a:ext cx="119270" cy="106017"/>
                </a:xfrm>
                <a:prstGeom prst="rect">
                  <a:avLst/>
                </a:prstGeom>
                <a:grpFill/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en-CH" sz="7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072" name="Picture 2" descr="Download Mouse Pointer Png Icon - White Mouse Icon Png Clipart ...">
                  <a:extLst>
                    <a:ext uri="{FF2B5EF4-FFF2-40B4-BE49-F238E27FC236}">
                      <a16:creationId xmlns:a16="http://schemas.microsoft.com/office/drawing/2014/main" id="{87E2FF9A-6FF7-1371-826E-CA3ABCF4476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alphaModFix/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6887" b="93019" l="10000" r="90000">
                              <a14:foregroundMark x1="51023" y1="28868" x2="51023" y2="28868"/>
                              <a14:foregroundMark x1="17955" y1="6887" x2="17955" y2="6887"/>
                              <a14:foregroundMark x1="57614" y1="93019" x2="57614" y2="93019"/>
                              <a14:backgroundMark x1="79773" y1="18491" x2="79773" y2="18491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823444" y="2121559"/>
                  <a:ext cx="143009" cy="172281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1075" name="TextBox 1074">
                <a:extLst>
                  <a:ext uri="{FF2B5EF4-FFF2-40B4-BE49-F238E27FC236}">
                    <a16:creationId xmlns:a16="http://schemas.microsoft.com/office/drawing/2014/main" id="{0CA8914E-FFEF-C538-3A46-BA5311428FD9}"/>
                  </a:ext>
                </a:extLst>
              </p:cNvPr>
              <p:cNvSpPr txBox="1"/>
              <p:nvPr/>
            </p:nvSpPr>
            <p:spPr>
              <a:xfrm>
                <a:off x="4932680" y="812415"/>
                <a:ext cx="579005" cy="230832"/>
              </a:xfrm>
              <a:prstGeom prst="rect">
                <a:avLst/>
              </a:prstGeom>
              <a:noFill/>
              <a:scene3d>
                <a:camera prst="isometricOffAxis1Right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1000 </a:t>
                </a:r>
                <a:r>
                  <a:rPr lang="en-US" sz="900" dirty="0" err="1"/>
                  <a:t>ms</a:t>
                </a:r>
                <a:endParaRPr lang="en-CH" sz="900" dirty="0"/>
              </a:p>
            </p:txBody>
          </p:sp>
          <p:sp>
            <p:nvSpPr>
              <p:cNvPr id="1076" name="TextBox 1075">
                <a:extLst>
                  <a:ext uri="{FF2B5EF4-FFF2-40B4-BE49-F238E27FC236}">
                    <a16:creationId xmlns:a16="http://schemas.microsoft.com/office/drawing/2014/main" id="{2B58B0AF-6365-8BCF-3CDC-E2B425920483}"/>
                  </a:ext>
                </a:extLst>
              </p:cNvPr>
              <p:cNvSpPr txBox="1"/>
              <p:nvPr/>
            </p:nvSpPr>
            <p:spPr>
              <a:xfrm>
                <a:off x="5584884" y="813005"/>
                <a:ext cx="853119" cy="230832"/>
              </a:xfrm>
              <a:prstGeom prst="rect">
                <a:avLst/>
              </a:prstGeom>
              <a:noFill/>
              <a:scene3d>
                <a:camera prst="isometricOffAxis1Right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until response</a:t>
                </a:r>
                <a:endParaRPr lang="en-CH" sz="900" dirty="0"/>
              </a:p>
            </p:txBody>
          </p:sp>
          <p:sp>
            <p:nvSpPr>
              <p:cNvPr id="1077" name="Right Brace 1076">
                <a:extLst>
                  <a:ext uri="{FF2B5EF4-FFF2-40B4-BE49-F238E27FC236}">
                    <a16:creationId xmlns:a16="http://schemas.microsoft.com/office/drawing/2014/main" id="{D6B59024-377A-4D83-216E-A6FE98CBABC9}"/>
                  </a:ext>
                </a:extLst>
              </p:cNvPr>
              <p:cNvSpPr/>
              <p:nvPr/>
            </p:nvSpPr>
            <p:spPr>
              <a:xfrm rot="5400000">
                <a:off x="5992198" y="1790964"/>
                <a:ext cx="83819" cy="111133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1078" name="TextBox 1077">
                <a:extLst>
                  <a:ext uri="{FF2B5EF4-FFF2-40B4-BE49-F238E27FC236}">
                    <a16:creationId xmlns:a16="http://schemas.microsoft.com/office/drawing/2014/main" id="{382021B4-7F84-5670-A641-2B103D5089AD}"/>
                  </a:ext>
                </a:extLst>
              </p:cNvPr>
              <p:cNvSpPr txBox="1"/>
              <p:nvPr/>
            </p:nvSpPr>
            <p:spPr>
              <a:xfrm>
                <a:off x="5215739" y="2400994"/>
                <a:ext cx="1773242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Test: </a:t>
                </a:r>
                <a:r>
                  <a:rPr lang="en-US" sz="1000" dirty="0"/>
                  <a:t>Click on words in order</a:t>
                </a:r>
              </a:p>
              <a:p>
                <a:r>
                  <a:rPr lang="en-US" sz="900" i="1" dirty="0"/>
                  <a:t>(letters shown just for illustration)</a:t>
                </a:r>
                <a:endParaRPr lang="en-CH" sz="1000" i="1" dirty="0"/>
              </a:p>
            </p:txBody>
          </p:sp>
          <p:cxnSp>
            <p:nvCxnSpPr>
              <p:cNvPr id="1079" name="Straight Connector 1078">
                <a:extLst>
                  <a:ext uri="{FF2B5EF4-FFF2-40B4-BE49-F238E27FC236}">
                    <a16:creationId xmlns:a16="http://schemas.microsoft.com/office/drawing/2014/main" id="{362C9DCC-A97E-C2D7-C19B-9F667FFF564A}"/>
                  </a:ext>
                </a:extLst>
              </p:cNvPr>
              <p:cNvCxnSpPr>
                <a:cxnSpLocks/>
                <a:stCxn id="1054" idx="2"/>
                <a:endCxn id="1051" idx="0"/>
              </p:cNvCxnSpPr>
              <p:nvPr/>
            </p:nvCxnSpPr>
            <p:spPr>
              <a:xfrm>
                <a:off x="3599873" y="1044299"/>
                <a:ext cx="267" cy="1229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BA5F1F0-7861-0107-D624-B9D5D4F3B0EE}"/>
                  </a:ext>
                </a:extLst>
              </p:cNvPr>
              <p:cNvCxnSpPr>
                <a:stCxn id="1055" idx="2"/>
                <a:endCxn id="1052" idx="0"/>
              </p:cNvCxnSpPr>
              <p:nvPr/>
            </p:nvCxnSpPr>
            <p:spPr>
              <a:xfrm>
                <a:off x="4393513" y="1028222"/>
                <a:ext cx="0" cy="13903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Straight Connector 1083">
                <a:extLst>
                  <a:ext uri="{FF2B5EF4-FFF2-40B4-BE49-F238E27FC236}">
                    <a16:creationId xmlns:a16="http://schemas.microsoft.com/office/drawing/2014/main" id="{54CD5A3D-8EAD-BF73-907C-4994980E662A}"/>
                  </a:ext>
                </a:extLst>
              </p:cNvPr>
              <p:cNvCxnSpPr>
                <a:stCxn id="1075" idx="2"/>
                <a:endCxn id="1063" idx="0"/>
              </p:cNvCxnSpPr>
              <p:nvPr/>
            </p:nvCxnSpPr>
            <p:spPr>
              <a:xfrm>
                <a:off x="5222183" y="1043247"/>
                <a:ext cx="6" cy="1240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" name="Straight Connector 1084">
                <a:extLst>
                  <a:ext uri="{FF2B5EF4-FFF2-40B4-BE49-F238E27FC236}">
                    <a16:creationId xmlns:a16="http://schemas.microsoft.com/office/drawing/2014/main" id="{903F0C14-BE58-685E-43EB-D68A343E4831}"/>
                  </a:ext>
                </a:extLst>
              </p:cNvPr>
              <p:cNvCxnSpPr>
                <a:stCxn id="1076" idx="2"/>
                <a:endCxn id="1065" idx="0"/>
              </p:cNvCxnSpPr>
              <p:nvPr/>
            </p:nvCxnSpPr>
            <p:spPr>
              <a:xfrm>
                <a:off x="6011444" y="1043837"/>
                <a:ext cx="0" cy="1234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0BAC8BFC-11C5-4BB5-B8AC-552ED9DA4CBC}"/>
                </a:ext>
              </a:extLst>
            </p:cNvPr>
            <p:cNvSpPr txBox="1"/>
            <p:nvPr/>
          </p:nvSpPr>
          <p:spPr>
            <a:xfrm>
              <a:off x="2722037" y="281736"/>
              <a:ext cx="1627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Standard</a:t>
              </a:r>
              <a:r>
                <a:rPr lang="en-US" dirty="0"/>
                <a:t> trials:</a:t>
              </a:r>
              <a:endParaRPr lang="en-CH" dirty="0"/>
            </a:p>
          </p:txBody>
        </p:sp>
        <p:grpSp>
          <p:nvGrpSpPr>
            <p:cNvPr id="1096" name="Group 1095">
              <a:extLst>
                <a:ext uri="{FF2B5EF4-FFF2-40B4-BE49-F238E27FC236}">
                  <a16:creationId xmlns:a16="http://schemas.microsoft.com/office/drawing/2014/main" id="{5EED0BBA-D1FB-9F75-3AC9-00D53584AA74}"/>
                </a:ext>
              </a:extLst>
            </p:cNvPr>
            <p:cNvGrpSpPr/>
            <p:nvPr/>
          </p:nvGrpSpPr>
          <p:grpSpPr>
            <a:xfrm>
              <a:off x="2896316" y="3626188"/>
              <a:ext cx="6314666" cy="2187656"/>
              <a:chOff x="2896316" y="3626188"/>
              <a:chExt cx="6314666" cy="2187656"/>
            </a:xfrm>
          </p:grpSpPr>
          <p:grpSp>
            <p:nvGrpSpPr>
              <p:cNvPr id="1091" name="Group 1090">
                <a:extLst>
                  <a:ext uri="{FF2B5EF4-FFF2-40B4-BE49-F238E27FC236}">
                    <a16:creationId xmlns:a16="http://schemas.microsoft.com/office/drawing/2014/main" id="{1D07AD0F-BADD-570F-5143-4909B1756188}"/>
                  </a:ext>
                </a:extLst>
              </p:cNvPr>
              <p:cNvGrpSpPr/>
              <p:nvPr/>
            </p:nvGrpSpPr>
            <p:grpSpPr>
              <a:xfrm>
                <a:off x="2896316" y="3626188"/>
                <a:ext cx="6314666" cy="2187656"/>
                <a:chOff x="2902852" y="3282704"/>
                <a:chExt cx="6314666" cy="2187656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D3D6E2-121E-AE33-D195-78F7E7B225C6}"/>
                    </a:ext>
                  </a:extLst>
                </p:cNvPr>
                <p:cNvSpPr/>
                <p:nvPr/>
              </p:nvSpPr>
              <p:spPr>
                <a:xfrm>
                  <a:off x="2902852" y="3663785"/>
                  <a:ext cx="1265582" cy="914400"/>
                </a:xfrm>
                <a:prstGeom prst="rect">
                  <a:avLst/>
                </a:prstGeom>
                <a:solidFill>
                  <a:schemeClr val="bg1"/>
                </a:solidFill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chair</a:t>
                  </a: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737A8DA-378D-7A93-2383-58765D5A6DB7}"/>
                    </a:ext>
                  </a:extLst>
                </p:cNvPr>
                <p:cNvSpPr/>
                <p:nvPr/>
              </p:nvSpPr>
              <p:spPr>
                <a:xfrm>
                  <a:off x="3696225" y="3663785"/>
                  <a:ext cx="1265582" cy="914400"/>
                </a:xfrm>
                <a:prstGeom prst="rect">
                  <a:avLst/>
                </a:prstGeom>
                <a:solidFill>
                  <a:schemeClr val="bg1"/>
                </a:solidFill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696B86B7-BB01-7AE9-2B32-A192BFDF66B5}"/>
                    </a:ext>
                  </a:extLst>
                </p:cNvPr>
                <p:cNvSpPr/>
                <p:nvPr/>
              </p:nvSpPr>
              <p:spPr>
                <a:xfrm>
                  <a:off x="4489598" y="3663785"/>
                  <a:ext cx="1265582" cy="914400"/>
                </a:xfrm>
                <a:prstGeom prst="rect">
                  <a:avLst/>
                </a:prstGeom>
                <a:solidFill>
                  <a:schemeClr val="bg1"/>
                </a:solidFill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endParaRPr lang="en-CH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EC533EA-376B-9F7C-0D19-326797B130B8}"/>
                    </a:ext>
                  </a:extLst>
                </p:cNvPr>
                <p:cNvSpPr txBox="1"/>
                <p:nvPr/>
              </p:nvSpPr>
              <p:spPr>
                <a:xfrm>
                  <a:off x="3274727" y="3309992"/>
                  <a:ext cx="521297" cy="230832"/>
                </a:xfrm>
                <a:prstGeom prst="rect">
                  <a:avLst/>
                </a:prstGeom>
                <a:noFill/>
                <a:scene3d>
                  <a:camera prst="isometricOffAxis1Right"/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900" dirty="0"/>
                    <a:t>750 </a:t>
                  </a:r>
                  <a:r>
                    <a:rPr lang="en-US" sz="900" dirty="0" err="1"/>
                    <a:t>ms</a:t>
                  </a:r>
                  <a:endParaRPr lang="en-CH" sz="900" dirty="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61EC27B-A694-E7C9-F1F5-4749448EB74A}"/>
                    </a:ext>
                  </a:extLst>
                </p:cNvPr>
                <p:cNvSpPr txBox="1"/>
                <p:nvPr/>
              </p:nvSpPr>
              <p:spPr>
                <a:xfrm>
                  <a:off x="4068367" y="3293915"/>
                  <a:ext cx="521297" cy="230832"/>
                </a:xfrm>
                <a:prstGeom prst="rect">
                  <a:avLst/>
                </a:prstGeom>
                <a:noFill/>
                <a:scene3d>
                  <a:camera prst="isometricOffAxis1Right"/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900" dirty="0"/>
                    <a:t>250 </a:t>
                  </a:r>
                  <a:r>
                    <a:rPr lang="en-US" sz="900" dirty="0" err="1"/>
                    <a:t>ms</a:t>
                  </a:r>
                  <a:endParaRPr lang="en-CH" sz="900" dirty="0"/>
                </a:p>
              </p:txBody>
            </p:sp>
            <p:sp>
              <p:nvSpPr>
                <p:cNvPr id="51" name="Right Brace 50">
                  <a:extLst>
                    <a:ext uri="{FF2B5EF4-FFF2-40B4-BE49-F238E27FC236}">
                      <a16:creationId xmlns:a16="http://schemas.microsoft.com/office/drawing/2014/main" id="{F4666F61-25A1-7842-2CB8-5D92DC4791B0}"/>
                    </a:ext>
                  </a:extLst>
                </p:cNvPr>
                <p:cNvSpPr/>
                <p:nvPr/>
              </p:nvSpPr>
              <p:spPr>
                <a:xfrm rot="5400000">
                  <a:off x="3741236" y="4045845"/>
                  <a:ext cx="101935" cy="1657350"/>
                </a:xfrm>
                <a:prstGeom prst="righ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A31030A-7602-098F-C566-F3D2B8113FD4}"/>
                    </a:ext>
                  </a:extLst>
                </p:cNvPr>
                <p:cNvSpPr txBox="1"/>
                <p:nvPr/>
              </p:nvSpPr>
              <p:spPr>
                <a:xfrm>
                  <a:off x="2928024" y="4925488"/>
                  <a:ext cx="172835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List 1</a:t>
                  </a:r>
                  <a:r>
                    <a:rPr lang="en-US" sz="1000" dirty="0"/>
                    <a:t>: 1 to 6 words presented</a:t>
                  </a:r>
                  <a:endParaRPr lang="en-CH" sz="1000" dirty="0"/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C7C5D28-C995-1F30-7513-AC1C39DB9F22}"/>
                    </a:ext>
                  </a:extLst>
                </p:cNvPr>
                <p:cNvSpPr txBox="1"/>
                <p:nvPr/>
              </p:nvSpPr>
              <p:spPr>
                <a:xfrm>
                  <a:off x="4723882" y="3282704"/>
                  <a:ext cx="797013" cy="230832"/>
                </a:xfrm>
                <a:prstGeom prst="rect">
                  <a:avLst/>
                </a:prstGeom>
                <a:noFill/>
                <a:scene3d>
                  <a:camera prst="isometricOffAxis1Right"/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900" dirty="0"/>
                    <a:t>250/1000 </a:t>
                  </a:r>
                  <a:r>
                    <a:rPr lang="en-US" sz="900" dirty="0" err="1"/>
                    <a:t>ms</a:t>
                  </a:r>
                  <a:endParaRPr lang="en-CH" sz="900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92CE418-3A63-2E7F-394E-5E549A15C6CB}"/>
                    </a:ext>
                  </a:extLst>
                </p:cNvPr>
                <p:cNvSpPr/>
                <p:nvPr/>
              </p:nvSpPr>
              <p:spPr>
                <a:xfrm>
                  <a:off x="5282971" y="3663785"/>
                  <a:ext cx="1265582" cy="914400"/>
                </a:xfrm>
                <a:prstGeom prst="rect">
                  <a:avLst/>
                </a:prstGeom>
                <a:solidFill>
                  <a:schemeClr val="bg1"/>
                </a:solidFill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grass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CDDF14B-C4A9-21E3-12C5-039764BE5556}"/>
                    </a:ext>
                  </a:extLst>
                </p:cNvPr>
                <p:cNvSpPr/>
                <p:nvPr/>
              </p:nvSpPr>
              <p:spPr>
                <a:xfrm>
                  <a:off x="6076344" y="3663785"/>
                  <a:ext cx="1265582" cy="914400"/>
                </a:xfrm>
                <a:prstGeom prst="rect">
                  <a:avLst/>
                </a:prstGeom>
                <a:solidFill>
                  <a:schemeClr val="bg1"/>
                </a:solidFill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221BFBA-4C99-02E1-0ECC-715A22CCC43B}"/>
                    </a:ext>
                  </a:extLst>
                </p:cNvPr>
                <p:cNvSpPr txBox="1"/>
                <p:nvPr/>
              </p:nvSpPr>
              <p:spPr>
                <a:xfrm>
                  <a:off x="5655113" y="3293915"/>
                  <a:ext cx="521297" cy="230832"/>
                </a:xfrm>
                <a:prstGeom prst="rect">
                  <a:avLst/>
                </a:prstGeom>
                <a:noFill/>
                <a:scene3d>
                  <a:camera prst="isometricOffAxis1Right"/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900" dirty="0"/>
                    <a:t>750 </a:t>
                  </a:r>
                  <a:r>
                    <a:rPr lang="en-US" sz="900" dirty="0" err="1"/>
                    <a:t>ms</a:t>
                  </a:r>
                  <a:endParaRPr lang="en-CH" sz="900" dirty="0"/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A8DA09D-902A-CEE2-08F7-81CDC8DA18D5}"/>
                    </a:ext>
                  </a:extLst>
                </p:cNvPr>
                <p:cNvSpPr txBox="1"/>
                <p:nvPr/>
              </p:nvSpPr>
              <p:spPr>
                <a:xfrm>
                  <a:off x="6448484" y="3308940"/>
                  <a:ext cx="521297" cy="230832"/>
                </a:xfrm>
                <a:prstGeom prst="rect">
                  <a:avLst/>
                </a:prstGeom>
                <a:noFill/>
                <a:scene3d>
                  <a:camera prst="isometricOffAxis1Right"/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900" dirty="0"/>
                    <a:t>250 </a:t>
                  </a:r>
                  <a:r>
                    <a:rPr lang="en-US" sz="900" dirty="0" err="1"/>
                    <a:t>ms</a:t>
                  </a:r>
                  <a:endParaRPr lang="en-CH" sz="900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2437511-5D34-F5FB-D9ED-C84CAE72E1A8}"/>
                    </a:ext>
                  </a:extLst>
                </p:cNvPr>
                <p:cNvSpPr/>
                <p:nvPr/>
              </p:nvSpPr>
              <p:spPr>
                <a:xfrm>
                  <a:off x="6869717" y="3663785"/>
                  <a:ext cx="1265582" cy="914400"/>
                </a:xfrm>
                <a:prstGeom prst="rect">
                  <a:avLst/>
                </a:prstGeom>
                <a:solidFill>
                  <a:schemeClr val="bg1"/>
                </a:solidFill>
                <a:scene3d>
                  <a:camera prst="isometricOffAxis1Right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?</a:t>
                  </a:r>
                  <a:endParaRPr lang="en-CH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2019934A-D284-5B41-6FEF-69C748BCC261}"/>
                    </a:ext>
                  </a:extLst>
                </p:cNvPr>
                <p:cNvGrpSpPr/>
                <p:nvPr/>
              </p:nvGrpSpPr>
              <p:grpSpPr>
                <a:xfrm>
                  <a:off x="7658972" y="3663785"/>
                  <a:ext cx="1265582" cy="914400"/>
                  <a:chOff x="7858541" y="1557129"/>
                  <a:chExt cx="1265582" cy="914400"/>
                </a:xfrm>
                <a:solidFill>
                  <a:schemeClr val="bg1">
                    <a:lumMod val="85000"/>
                  </a:schemeClr>
                </a:solidFill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330F12C4-C72E-532D-AD27-7C9FC0718F30}"/>
                      </a:ext>
                    </a:extLst>
                  </p:cNvPr>
                  <p:cNvSpPr/>
                  <p:nvPr/>
                </p:nvSpPr>
                <p:spPr>
                  <a:xfrm>
                    <a:off x="7858541" y="1557129"/>
                    <a:ext cx="1265582" cy="914400"/>
                  </a:xfrm>
                  <a:prstGeom prst="rect">
                    <a:avLst/>
                  </a:prstGeom>
                  <a:solidFill>
                    <a:schemeClr val="bg1"/>
                  </a:solidFill>
                  <a:scene3d>
                    <a:camera prst="isometricOffAxis1Right"/>
                    <a:lightRig rig="threePt" dir="t"/>
                  </a:scene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H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CD7FDAB1-51DC-104C-BC3F-871A6F2DE084}"/>
                      </a:ext>
                    </a:extLst>
                  </p:cNvPr>
                  <p:cNvSpPr/>
                  <p:nvPr/>
                </p:nvSpPr>
                <p:spPr>
                  <a:xfrm>
                    <a:off x="8057322" y="2027690"/>
                    <a:ext cx="119270" cy="106017"/>
                  </a:xfrm>
                  <a:prstGeom prst="rect">
                    <a:avLst/>
                  </a:prstGeom>
                  <a:solidFill>
                    <a:schemeClr val="bg1"/>
                  </a:solidFill>
                  <a:scene3d>
                    <a:camera prst="isometricOffAxis1Right"/>
                    <a:lightRig rig="threePt" dir="t"/>
                  </a:scene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endParaRPr lang="en-CH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C7F66CF5-4839-781A-8892-7B0AF1BF0B10}"/>
                      </a:ext>
                    </a:extLst>
                  </p:cNvPr>
                  <p:cNvSpPr/>
                  <p:nvPr/>
                </p:nvSpPr>
                <p:spPr>
                  <a:xfrm>
                    <a:off x="8209720" y="2003874"/>
                    <a:ext cx="119270" cy="106017"/>
                  </a:xfrm>
                  <a:prstGeom prst="rect">
                    <a:avLst/>
                  </a:prstGeom>
                  <a:solidFill>
                    <a:schemeClr val="bg1"/>
                  </a:solidFill>
                  <a:scene3d>
                    <a:camera prst="isometricOffAxis1Right"/>
                    <a:lightRig rig="threePt" dir="t"/>
                  </a:scene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en-CH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BFFD143B-532D-2F28-0F86-AE087B1EE5B8}"/>
                      </a:ext>
                    </a:extLst>
                  </p:cNvPr>
                  <p:cNvSpPr/>
                  <p:nvPr/>
                </p:nvSpPr>
                <p:spPr>
                  <a:xfrm>
                    <a:off x="8362118" y="1980064"/>
                    <a:ext cx="119270" cy="106017"/>
                  </a:xfrm>
                  <a:prstGeom prst="rect">
                    <a:avLst/>
                  </a:prstGeom>
                  <a:solidFill>
                    <a:schemeClr val="bg1"/>
                  </a:solidFill>
                  <a:scene3d>
                    <a:camera prst="isometricOffAxis1Right"/>
                    <a:lightRig rig="threePt" dir="t"/>
                  </a:scene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en-CH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B9DB8258-6433-63C1-A67F-675666A33F57}"/>
                      </a:ext>
                    </a:extLst>
                  </p:cNvPr>
                  <p:cNvSpPr/>
                  <p:nvPr/>
                </p:nvSpPr>
                <p:spPr>
                  <a:xfrm>
                    <a:off x="8514516" y="1958941"/>
                    <a:ext cx="119270" cy="106017"/>
                  </a:xfrm>
                  <a:prstGeom prst="rect">
                    <a:avLst/>
                  </a:prstGeom>
                  <a:solidFill>
                    <a:schemeClr val="bg1"/>
                  </a:solidFill>
                  <a:scene3d>
                    <a:camera prst="isometricOffAxis1Right"/>
                    <a:lightRig rig="threePt" dir="t"/>
                  </a:scene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  <a:endParaRPr lang="en-CH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171F7927-E96F-2BC8-6F6C-B1A7B032941E}"/>
                      </a:ext>
                    </a:extLst>
                  </p:cNvPr>
                  <p:cNvSpPr/>
                  <p:nvPr/>
                </p:nvSpPr>
                <p:spPr>
                  <a:xfrm>
                    <a:off x="8666914" y="1934818"/>
                    <a:ext cx="119270" cy="106017"/>
                  </a:xfrm>
                  <a:prstGeom prst="rect">
                    <a:avLst/>
                  </a:prstGeom>
                  <a:solidFill>
                    <a:schemeClr val="bg1"/>
                  </a:solidFill>
                  <a:scene3d>
                    <a:camera prst="isometricOffAxis1Right"/>
                    <a:lightRig rig="threePt" dir="t"/>
                  </a:scene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en-CH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4358BE32-37EE-ED18-C790-2580D25BE506}"/>
                      </a:ext>
                    </a:extLst>
                  </p:cNvPr>
                  <p:cNvSpPr/>
                  <p:nvPr/>
                </p:nvSpPr>
                <p:spPr>
                  <a:xfrm>
                    <a:off x="8819312" y="1910695"/>
                    <a:ext cx="119270" cy="106017"/>
                  </a:xfrm>
                  <a:prstGeom prst="rect">
                    <a:avLst/>
                  </a:prstGeom>
                  <a:solidFill>
                    <a:schemeClr val="bg1"/>
                  </a:solidFill>
                  <a:scene3d>
                    <a:camera prst="isometricOffAxis1Right"/>
                    <a:lightRig rig="threePt" dir="t"/>
                  </a:scene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en-CH" sz="7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59" name="Right Brace 58">
                  <a:extLst>
                    <a:ext uri="{FF2B5EF4-FFF2-40B4-BE49-F238E27FC236}">
                      <a16:creationId xmlns:a16="http://schemas.microsoft.com/office/drawing/2014/main" id="{979A8F0F-DAA6-9024-2729-37BEE2EA1E3A}"/>
                    </a:ext>
                  </a:extLst>
                </p:cNvPr>
                <p:cNvSpPr/>
                <p:nvPr/>
              </p:nvSpPr>
              <p:spPr>
                <a:xfrm rot="5400000">
                  <a:off x="6117762" y="4052108"/>
                  <a:ext cx="101935" cy="1657350"/>
                </a:xfrm>
                <a:prstGeom prst="righ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017F1EF-3552-9B3F-712A-5724ED999019}"/>
                    </a:ext>
                  </a:extLst>
                </p:cNvPr>
                <p:cNvSpPr txBox="1"/>
                <p:nvPr/>
              </p:nvSpPr>
              <p:spPr>
                <a:xfrm>
                  <a:off x="5418363" y="4925488"/>
                  <a:ext cx="150073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List 2</a:t>
                  </a:r>
                  <a:r>
                    <a:rPr lang="en-US" sz="1000" dirty="0"/>
                    <a:t>: 6 words presented</a:t>
                  </a:r>
                  <a:endParaRPr lang="en-CH" sz="1000" dirty="0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0FB0C91-777A-BF47-9094-118C523DFE9E}"/>
                    </a:ext>
                  </a:extLst>
                </p:cNvPr>
                <p:cNvSpPr txBox="1"/>
                <p:nvPr/>
              </p:nvSpPr>
              <p:spPr>
                <a:xfrm>
                  <a:off x="7212999" y="3308940"/>
                  <a:ext cx="579005" cy="230832"/>
                </a:xfrm>
                <a:prstGeom prst="rect">
                  <a:avLst/>
                </a:prstGeom>
                <a:noFill/>
                <a:scene3d>
                  <a:camera prst="isometricOffAxis1Right"/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900" dirty="0"/>
                    <a:t>1000 </a:t>
                  </a:r>
                  <a:r>
                    <a:rPr lang="en-US" sz="900" dirty="0" err="1"/>
                    <a:t>ms</a:t>
                  </a:r>
                  <a:endParaRPr lang="en-CH" sz="900" dirty="0"/>
                </a:p>
              </p:txBody>
            </p:sp>
            <p:sp>
              <p:nvSpPr>
                <p:cNvPr id="1025" name="TextBox 1024">
                  <a:extLst>
                    <a:ext uri="{FF2B5EF4-FFF2-40B4-BE49-F238E27FC236}">
                      <a16:creationId xmlns:a16="http://schemas.microsoft.com/office/drawing/2014/main" id="{4EA8E48D-4E18-BB56-FB73-F33E43337EEE}"/>
                    </a:ext>
                  </a:extLst>
                </p:cNvPr>
                <p:cNvSpPr txBox="1"/>
                <p:nvPr/>
              </p:nvSpPr>
              <p:spPr>
                <a:xfrm>
                  <a:off x="7865203" y="3309530"/>
                  <a:ext cx="853119" cy="230832"/>
                </a:xfrm>
                <a:prstGeom prst="rect">
                  <a:avLst/>
                </a:prstGeom>
                <a:noFill/>
                <a:scene3d>
                  <a:camera prst="isometricOffAxis1Right"/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900" dirty="0"/>
                    <a:t>until response</a:t>
                  </a:r>
                  <a:endParaRPr lang="en-CH" sz="900" dirty="0"/>
                </a:p>
              </p:txBody>
            </p:sp>
            <p:sp>
              <p:nvSpPr>
                <p:cNvPr id="1027" name="Right Brace 1026">
                  <a:extLst>
                    <a:ext uri="{FF2B5EF4-FFF2-40B4-BE49-F238E27FC236}">
                      <a16:creationId xmlns:a16="http://schemas.microsoft.com/office/drawing/2014/main" id="{B185246C-AFD2-B187-BE2A-7C24FB3C22E9}"/>
                    </a:ext>
                  </a:extLst>
                </p:cNvPr>
                <p:cNvSpPr/>
                <p:nvPr/>
              </p:nvSpPr>
              <p:spPr>
                <a:xfrm rot="5400000">
                  <a:off x="8220735" y="4321721"/>
                  <a:ext cx="83819" cy="1111331"/>
                </a:xfrm>
                <a:prstGeom prst="righ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1028" name="TextBox 1027">
                  <a:extLst>
                    <a:ext uri="{FF2B5EF4-FFF2-40B4-BE49-F238E27FC236}">
                      <a16:creationId xmlns:a16="http://schemas.microsoft.com/office/drawing/2014/main" id="{F3D28C18-04F9-C08C-D069-E27E03CFC5FC}"/>
                    </a:ext>
                  </a:extLst>
                </p:cNvPr>
                <p:cNvSpPr txBox="1"/>
                <p:nvPr/>
              </p:nvSpPr>
              <p:spPr>
                <a:xfrm>
                  <a:off x="7444276" y="4931751"/>
                  <a:ext cx="1773242" cy="5386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Test: </a:t>
                  </a:r>
                  <a:r>
                    <a:rPr lang="en-US" sz="1000" dirty="0"/>
                    <a:t>Click on words in order</a:t>
                  </a:r>
                </a:p>
                <a:p>
                  <a:r>
                    <a:rPr lang="en-US" sz="900" i="1" dirty="0"/>
                    <a:t>(letters shown just for illustration)</a:t>
                  </a:r>
                  <a:endParaRPr lang="en-CH" sz="1000" i="1" dirty="0"/>
                </a:p>
                <a:p>
                  <a:endParaRPr lang="en-CH" sz="1000" dirty="0"/>
                </a:p>
              </p:txBody>
            </p:sp>
            <p:cxnSp>
              <p:nvCxnSpPr>
                <p:cNvPr id="1030" name="Straight Connector 1029">
                  <a:extLst>
                    <a:ext uri="{FF2B5EF4-FFF2-40B4-BE49-F238E27FC236}">
                      <a16:creationId xmlns:a16="http://schemas.microsoft.com/office/drawing/2014/main" id="{2AF7F0A4-B38B-8C5C-3BF1-5920861FB4A3}"/>
                    </a:ext>
                  </a:extLst>
                </p:cNvPr>
                <p:cNvCxnSpPr>
                  <a:cxnSpLocks/>
                  <a:stCxn id="49" idx="2"/>
                  <a:endCxn id="26" idx="0"/>
                </p:cNvCxnSpPr>
                <p:nvPr/>
              </p:nvCxnSpPr>
              <p:spPr>
                <a:xfrm>
                  <a:off x="3535376" y="3540824"/>
                  <a:ext cx="267" cy="12296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4" name="Straight Connector 1033">
                  <a:extLst>
                    <a:ext uri="{FF2B5EF4-FFF2-40B4-BE49-F238E27FC236}">
                      <a16:creationId xmlns:a16="http://schemas.microsoft.com/office/drawing/2014/main" id="{B93221EA-717F-719E-F8C1-C97FDEA53F5D}"/>
                    </a:ext>
                  </a:extLst>
                </p:cNvPr>
                <p:cNvCxnSpPr>
                  <a:stCxn id="50" idx="2"/>
                  <a:endCxn id="53" idx="0"/>
                </p:cNvCxnSpPr>
                <p:nvPr/>
              </p:nvCxnSpPr>
              <p:spPr>
                <a:xfrm>
                  <a:off x="4329016" y="3524747"/>
                  <a:ext cx="0" cy="13903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7" name="Straight Connector 1036">
                  <a:extLst>
                    <a:ext uri="{FF2B5EF4-FFF2-40B4-BE49-F238E27FC236}">
                      <a16:creationId xmlns:a16="http://schemas.microsoft.com/office/drawing/2014/main" id="{DAA8093E-6289-2E30-50A0-9154DE9CC400}"/>
                    </a:ext>
                  </a:extLst>
                </p:cNvPr>
                <p:cNvCxnSpPr>
                  <a:stCxn id="54" idx="2"/>
                  <a:endCxn id="27" idx="0"/>
                </p:cNvCxnSpPr>
                <p:nvPr/>
              </p:nvCxnSpPr>
              <p:spPr>
                <a:xfrm>
                  <a:off x="5122389" y="3513536"/>
                  <a:ext cx="0" cy="15024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9" name="Straight Connector 1038">
                  <a:extLst>
                    <a:ext uri="{FF2B5EF4-FFF2-40B4-BE49-F238E27FC236}">
                      <a16:creationId xmlns:a16="http://schemas.microsoft.com/office/drawing/2014/main" id="{C9370A2D-9FDD-D2B7-4783-206C64BADEEB}"/>
                    </a:ext>
                  </a:extLst>
                </p:cNvPr>
                <p:cNvCxnSpPr>
                  <a:stCxn id="57" idx="2"/>
                  <a:endCxn id="55" idx="0"/>
                </p:cNvCxnSpPr>
                <p:nvPr/>
              </p:nvCxnSpPr>
              <p:spPr>
                <a:xfrm>
                  <a:off x="5915762" y="3524747"/>
                  <a:ext cx="0" cy="13903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2" name="Straight Connector 1041">
                  <a:extLst>
                    <a:ext uri="{FF2B5EF4-FFF2-40B4-BE49-F238E27FC236}">
                      <a16:creationId xmlns:a16="http://schemas.microsoft.com/office/drawing/2014/main" id="{D1DAF2EA-864C-F68F-8268-1956CFCF823A}"/>
                    </a:ext>
                  </a:extLst>
                </p:cNvPr>
                <p:cNvCxnSpPr>
                  <a:stCxn id="58" idx="2"/>
                  <a:endCxn id="56" idx="0"/>
                </p:cNvCxnSpPr>
                <p:nvPr/>
              </p:nvCxnSpPr>
              <p:spPr>
                <a:xfrm>
                  <a:off x="6709133" y="3539772"/>
                  <a:ext cx="2" cy="12401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5" name="Straight Connector 1044">
                  <a:extLst>
                    <a:ext uri="{FF2B5EF4-FFF2-40B4-BE49-F238E27FC236}">
                      <a16:creationId xmlns:a16="http://schemas.microsoft.com/office/drawing/2014/main" id="{6FA79AE7-A474-D691-30EA-D7CAE504E91C}"/>
                    </a:ext>
                  </a:extLst>
                </p:cNvPr>
                <p:cNvCxnSpPr>
                  <a:stCxn id="63" idx="2"/>
                  <a:endCxn id="29" idx="0"/>
                </p:cNvCxnSpPr>
                <p:nvPr/>
              </p:nvCxnSpPr>
              <p:spPr>
                <a:xfrm>
                  <a:off x="7502502" y="3539772"/>
                  <a:ext cx="6" cy="12401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8" name="Straight Connector 1047">
                  <a:extLst>
                    <a:ext uri="{FF2B5EF4-FFF2-40B4-BE49-F238E27FC236}">
                      <a16:creationId xmlns:a16="http://schemas.microsoft.com/office/drawing/2014/main" id="{8CD66C40-9277-86B1-9D6B-EF457A3B79B3}"/>
                    </a:ext>
                  </a:extLst>
                </p:cNvPr>
                <p:cNvCxnSpPr>
                  <a:stCxn id="1025" idx="2"/>
                  <a:endCxn id="30" idx="0"/>
                </p:cNvCxnSpPr>
                <p:nvPr/>
              </p:nvCxnSpPr>
              <p:spPr>
                <a:xfrm>
                  <a:off x="8291763" y="3540362"/>
                  <a:ext cx="0" cy="1234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095" name="Picture 2" descr="Download Mouse Pointer Png Icon - White Mouse Icon Png Clipart ...">
                <a:extLst>
                  <a:ext uri="{FF2B5EF4-FFF2-40B4-BE49-F238E27FC236}">
                    <a16:creationId xmlns:a16="http://schemas.microsoft.com/office/drawing/2014/main" id="{95AE8C17-C24A-6A91-054F-67F879438A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6887" b="93019" l="10000" r="90000">
                            <a14:foregroundMark x1="51023" y1="28868" x2="51023" y2="28868"/>
                            <a14:foregroundMark x1="17955" y1="6887" x2="17955" y2="6887"/>
                            <a14:foregroundMark x1="57614" y1="93019" x2="57614" y2="93019"/>
                            <a14:backgroundMark x1="79773" y1="18491" x2="79773" y2="1849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0281" y="4583847"/>
                <a:ext cx="143009" cy="172281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</p:spTree>
    <p:extLst>
      <p:ext uri="{BB962C8B-B14F-4D97-AF65-F5344CB8AC3E}">
        <p14:creationId xmlns:p14="http://schemas.microsoft.com/office/powerpoint/2010/main" val="40410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94051B63-8ABC-2781-039D-55BF98173739}"/>
              </a:ext>
            </a:extLst>
          </p:cNvPr>
          <p:cNvGrpSpPr/>
          <p:nvPr/>
        </p:nvGrpSpPr>
        <p:grpSpPr>
          <a:xfrm>
            <a:off x="2622068" y="479643"/>
            <a:ext cx="6718300" cy="5631326"/>
            <a:chOff x="2622068" y="479643"/>
            <a:chExt cx="6718300" cy="56313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3C5177-26CA-273D-2E09-E63C886E250B}"/>
                </a:ext>
              </a:extLst>
            </p:cNvPr>
            <p:cNvSpPr/>
            <p:nvPr/>
          </p:nvSpPr>
          <p:spPr>
            <a:xfrm>
              <a:off x="2622068" y="3313293"/>
              <a:ext cx="6718300" cy="27734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AA593C-E316-A716-35AC-16A0CAC3A3C3}"/>
                </a:ext>
              </a:extLst>
            </p:cNvPr>
            <p:cNvSpPr txBox="1"/>
            <p:nvPr/>
          </p:nvSpPr>
          <p:spPr>
            <a:xfrm>
              <a:off x="2741087" y="3388436"/>
              <a:ext cx="1290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Reset</a:t>
              </a:r>
              <a:r>
                <a:rPr lang="en-US" dirty="0"/>
                <a:t> trials:</a:t>
              </a:r>
              <a:endParaRPr lang="en-CH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AAD858-7708-4D71-2C05-A665CCDD7C6D}"/>
                </a:ext>
              </a:extLst>
            </p:cNvPr>
            <p:cNvSpPr/>
            <p:nvPr/>
          </p:nvSpPr>
          <p:spPr>
            <a:xfrm>
              <a:off x="2622068" y="479643"/>
              <a:ext cx="6718300" cy="26834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9A58CC9-71A2-C437-31C3-DABE81B73673}"/>
                </a:ext>
              </a:extLst>
            </p:cNvPr>
            <p:cNvSpPr/>
            <p:nvPr/>
          </p:nvSpPr>
          <p:spPr>
            <a:xfrm>
              <a:off x="2986399" y="1440310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06935F3-2B52-C1D0-7A57-323E05FF7668}"/>
                </a:ext>
              </a:extLst>
            </p:cNvPr>
            <p:cNvSpPr txBox="1"/>
            <p:nvPr/>
          </p:nvSpPr>
          <p:spPr>
            <a:xfrm>
              <a:off x="3358274" y="1086517"/>
              <a:ext cx="521297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750 </a:t>
              </a:r>
              <a:r>
                <a:rPr lang="en-US" sz="900" dirty="0" err="1"/>
                <a:t>ms</a:t>
              </a:r>
              <a:endParaRPr lang="en-CH" sz="900" dirty="0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FEB54FD-215D-B48A-07FA-7FBBAFF16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4885" y="1479748"/>
              <a:ext cx="796748" cy="762937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AF2DA8A-5393-8C1F-45F4-6296ABC9EAB0}"/>
                </a:ext>
              </a:extLst>
            </p:cNvPr>
            <p:cNvSpPr txBox="1"/>
            <p:nvPr/>
          </p:nvSpPr>
          <p:spPr>
            <a:xfrm>
              <a:off x="4151914" y="1070440"/>
              <a:ext cx="521297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250 </a:t>
              </a:r>
              <a:r>
                <a:rPr lang="en-US" sz="900" dirty="0" err="1"/>
                <a:t>ms</a:t>
              </a:r>
              <a:endParaRPr lang="en-CH" sz="900" dirty="0"/>
            </a:p>
          </p:txBody>
        </p:sp>
        <p:sp>
          <p:nvSpPr>
            <p:cNvPr id="51" name="Right Brace 50">
              <a:extLst>
                <a:ext uri="{FF2B5EF4-FFF2-40B4-BE49-F238E27FC236}">
                  <a16:creationId xmlns:a16="http://schemas.microsoft.com/office/drawing/2014/main" id="{823C6FC8-7B49-AE19-0E27-5A4F4130341B}"/>
                </a:ext>
              </a:extLst>
            </p:cNvPr>
            <p:cNvSpPr/>
            <p:nvPr/>
          </p:nvSpPr>
          <p:spPr>
            <a:xfrm rot="5400000">
              <a:off x="3789046" y="1801185"/>
              <a:ext cx="101935" cy="165735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4565717-A400-51AD-8C66-3BFE874D90A3}"/>
                </a:ext>
              </a:extLst>
            </p:cNvPr>
            <p:cNvSpPr/>
            <p:nvPr/>
          </p:nvSpPr>
          <p:spPr>
            <a:xfrm>
              <a:off x="3779772" y="1440310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22F3F08E-C538-B2DA-890B-CD389A47A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7887" y="1492402"/>
              <a:ext cx="796748" cy="762937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0055A14-D918-77BA-7E89-7D585EB07D6C}"/>
                </a:ext>
              </a:extLst>
            </p:cNvPr>
            <p:cNvSpPr txBox="1"/>
            <p:nvPr/>
          </p:nvSpPr>
          <p:spPr>
            <a:xfrm>
              <a:off x="2975834" y="2680828"/>
              <a:ext cx="17524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List 1</a:t>
              </a:r>
              <a:r>
                <a:rPr lang="en-US" sz="1000" dirty="0"/>
                <a:t>: 1 to 6 letters presented</a:t>
              </a:r>
            </a:p>
            <a:p>
              <a:r>
                <a:rPr lang="en-US" sz="1000" dirty="0"/>
                <a:t>in different locations</a:t>
              </a:r>
              <a:endParaRPr lang="en-CH" sz="1000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E57B006-1B2F-AE9D-9B01-5BA08230C98F}"/>
                </a:ext>
              </a:extLst>
            </p:cNvPr>
            <p:cNvSpPr/>
            <p:nvPr/>
          </p:nvSpPr>
          <p:spPr>
            <a:xfrm>
              <a:off x="4608448" y="1440310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en-CH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D1F8271-31AA-E5D3-6ECC-8E8C785A3D40}"/>
                </a:ext>
              </a:extLst>
            </p:cNvPr>
            <p:cNvSpPr/>
            <p:nvPr/>
          </p:nvSpPr>
          <p:spPr>
            <a:xfrm>
              <a:off x="5397703" y="1440310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C78D0AE-9B91-7F85-207B-3B4DBCCAC9E3}"/>
                </a:ext>
              </a:extLst>
            </p:cNvPr>
            <p:cNvSpPr txBox="1"/>
            <p:nvPr/>
          </p:nvSpPr>
          <p:spPr>
            <a:xfrm>
              <a:off x="4951730" y="1085465"/>
              <a:ext cx="579005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1000 </a:t>
              </a:r>
              <a:r>
                <a:rPr lang="en-US" sz="900" dirty="0" err="1"/>
                <a:t>ms</a:t>
              </a:r>
              <a:endParaRPr lang="en-CH" sz="9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FBBCC77-5F7B-C7BB-F916-00FA60ACCC71}"/>
                </a:ext>
              </a:extLst>
            </p:cNvPr>
            <p:cNvSpPr txBox="1"/>
            <p:nvPr/>
          </p:nvSpPr>
          <p:spPr>
            <a:xfrm>
              <a:off x="5603934" y="1086055"/>
              <a:ext cx="853119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until response</a:t>
              </a:r>
              <a:endParaRPr lang="en-CH" sz="900" dirty="0"/>
            </a:p>
          </p:txBody>
        </p:sp>
        <p:sp>
          <p:nvSpPr>
            <p:cNvPr id="57" name="Right Brace 56">
              <a:extLst>
                <a:ext uri="{FF2B5EF4-FFF2-40B4-BE49-F238E27FC236}">
                  <a16:creationId xmlns:a16="http://schemas.microsoft.com/office/drawing/2014/main" id="{A7BBA68E-7CD1-4B60-9BAF-70E0E3E55B71}"/>
                </a:ext>
              </a:extLst>
            </p:cNvPr>
            <p:cNvSpPr/>
            <p:nvPr/>
          </p:nvSpPr>
          <p:spPr>
            <a:xfrm rot="5400000">
              <a:off x="6011248" y="2064014"/>
              <a:ext cx="83819" cy="111133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D4321D0-C23B-3F12-6371-6BFE784941BC}"/>
                </a:ext>
              </a:extLst>
            </p:cNvPr>
            <p:cNvSpPr txBox="1"/>
            <p:nvPr/>
          </p:nvSpPr>
          <p:spPr>
            <a:xfrm>
              <a:off x="5234789" y="2674044"/>
              <a:ext cx="20152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Test: </a:t>
              </a:r>
              <a:r>
                <a:rPr lang="en-US" sz="1000" dirty="0"/>
                <a:t>Type the letter that appeared</a:t>
              </a:r>
              <a:endParaRPr lang="en-US" sz="1000" i="1" dirty="0"/>
            </a:p>
            <a:p>
              <a:r>
                <a:rPr lang="en-US" sz="1000" dirty="0"/>
                <a:t>In the highlighted frame (x 1-6)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A214810-2EC5-DBD7-F540-693A43359DC9}"/>
                </a:ext>
              </a:extLst>
            </p:cNvPr>
            <p:cNvCxnSpPr>
              <a:cxnSpLocks/>
              <a:stCxn id="49" idx="2"/>
              <a:endCxn id="47" idx="0"/>
            </p:cNvCxnSpPr>
            <p:nvPr/>
          </p:nvCxnSpPr>
          <p:spPr>
            <a:xfrm>
              <a:off x="3618923" y="1317349"/>
              <a:ext cx="267" cy="1229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FE36AD2-9446-D04A-C688-7F99361D1113}"/>
                </a:ext>
              </a:extLst>
            </p:cNvPr>
            <p:cNvCxnSpPr>
              <a:stCxn id="50" idx="2"/>
              <a:endCxn id="48" idx="0"/>
            </p:cNvCxnSpPr>
            <p:nvPr/>
          </p:nvCxnSpPr>
          <p:spPr>
            <a:xfrm>
              <a:off x="4412563" y="1301272"/>
              <a:ext cx="0" cy="139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01B2B24-ABAA-48D8-2DA4-A7A01B5DB774}"/>
                </a:ext>
              </a:extLst>
            </p:cNvPr>
            <p:cNvCxnSpPr>
              <a:stCxn id="55" idx="2"/>
              <a:endCxn id="53" idx="0"/>
            </p:cNvCxnSpPr>
            <p:nvPr/>
          </p:nvCxnSpPr>
          <p:spPr>
            <a:xfrm>
              <a:off x="5241233" y="1316297"/>
              <a:ext cx="6" cy="1240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0A84FD9-68F0-649D-D621-B9D6D16D16C9}"/>
                </a:ext>
              </a:extLst>
            </p:cNvPr>
            <p:cNvCxnSpPr>
              <a:stCxn id="56" idx="2"/>
              <a:endCxn id="63" idx="0"/>
            </p:cNvCxnSpPr>
            <p:nvPr/>
          </p:nvCxnSpPr>
          <p:spPr>
            <a:xfrm>
              <a:off x="6030494" y="1316887"/>
              <a:ext cx="0" cy="12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94545D-4ED3-47A4-7B1A-8060D2C99E07}"/>
                </a:ext>
              </a:extLst>
            </p:cNvPr>
            <p:cNvSpPr txBox="1"/>
            <p:nvPr/>
          </p:nvSpPr>
          <p:spPr>
            <a:xfrm>
              <a:off x="2741087" y="554786"/>
              <a:ext cx="1627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Standard</a:t>
              </a:r>
              <a:r>
                <a:rPr lang="en-US" dirty="0"/>
                <a:t> trials:</a:t>
              </a:r>
              <a:endParaRPr lang="en-CH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6780E6-2BDA-EFF1-2FDA-CB69915A7F9D}"/>
                </a:ext>
              </a:extLst>
            </p:cNvPr>
            <p:cNvSpPr/>
            <p:nvPr/>
          </p:nvSpPr>
          <p:spPr>
            <a:xfrm>
              <a:off x="2915366" y="4280319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297F210-E2DD-27EB-D211-BF7F9F60A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1842" y="4343325"/>
              <a:ext cx="796748" cy="762937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809CE77-665E-25DE-3F90-E326D6CED654}"/>
                </a:ext>
              </a:extLst>
            </p:cNvPr>
            <p:cNvSpPr txBox="1"/>
            <p:nvPr/>
          </p:nvSpPr>
          <p:spPr>
            <a:xfrm>
              <a:off x="3345293" y="4355979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c</a:t>
              </a:r>
              <a:endParaRPr lang="en-CH" sz="9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56CF7E6-0701-59D0-B9EC-F1218A5B09D9}"/>
                </a:ext>
              </a:extLst>
            </p:cNvPr>
            <p:cNvSpPr/>
            <p:nvPr/>
          </p:nvSpPr>
          <p:spPr>
            <a:xfrm>
              <a:off x="3708739" y="4280319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470BDF6-197E-C407-7101-10B511E15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45729" y="4348087"/>
              <a:ext cx="796748" cy="762937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04DA18-A2E2-E577-293A-57E107236062}"/>
                </a:ext>
              </a:extLst>
            </p:cNvPr>
            <p:cNvSpPr/>
            <p:nvPr/>
          </p:nvSpPr>
          <p:spPr>
            <a:xfrm>
              <a:off x="4502112" y="4280319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CH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92F341-6B82-827E-565C-854BCDCFB771}"/>
                </a:ext>
              </a:extLst>
            </p:cNvPr>
            <p:cNvSpPr txBox="1"/>
            <p:nvPr/>
          </p:nvSpPr>
          <p:spPr>
            <a:xfrm>
              <a:off x="3287241" y="3926526"/>
              <a:ext cx="521297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750 </a:t>
              </a:r>
              <a:r>
                <a:rPr lang="en-US" sz="900" dirty="0" err="1"/>
                <a:t>ms</a:t>
              </a:r>
              <a:endParaRPr lang="en-CH" sz="9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D8C23D-51F9-223E-A659-6AF7EF7FAA5A}"/>
                </a:ext>
              </a:extLst>
            </p:cNvPr>
            <p:cNvSpPr txBox="1"/>
            <p:nvPr/>
          </p:nvSpPr>
          <p:spPr>
            <a:xfrm>
              <a:off x="4080881" y="3910449"/>
              <a:ext cx="521297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250 </a:t>
              </a:r>
              <a:r>
                <a:rPr lang="en-US" sz="900" dirty="0" err="1"/>
                <a:t>ms</a:t>
              </a:r>
              <a:endParaRPr lang="en-CH" sz="900" dirty="0"/>
            </a:p>
          </p:txBody>
        </p: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88F448F1-1210-FAC1-4F27-6E3DE68C692A}"/>
                </a:ext>
              </a:extLst>
            </p:cNvPr>
            <p:cNvSpPr/>
            <p:nvPr/>
          </p:nvSpPr>
          <p:spPr>
            <a:xfrm rot="5400000">
              <a:off x="3753750" y="4662379"/>
              <a:ext cx="101935" cy="165735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0AC242-FA4B-63BB-C331-38B883873B66}"/>
                </a:ext>
              </a:extLst>
            </p:cNvPr>
            <p:cNvSpPr txBox="1"/>
            <p:nvPr/>
          </p:nvSpPr>
          <p:spPr>
            <a:xfrm>
              <a:off x="2940538" y="5542022"/>
              <a:ext cx="17524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List 1</a:t>
              </a:r>
              <a:r>
                <a:rPr lang="en-US" sz="1000" dirty="0"/>
                <a:t>: 1 to 6 letters presented</a:t>
              </a:r>
              <a:endParaRPr lang="en-CH" sz="1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EF3899-4D99-328D-6447-D02ECDC369F3}"/>
                </a:ext>
              </a:extLst>
            </p:cNvPr>
            <p:cNvSpPr txBox="1"/>
            <p:nvPr/>
          </p:nvSpPr>
          <p:spPr>
            <a:xfrm>
              <a:off x="4842440" y="3899238"/>
              <a:ext cx="579005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1000 </a:t>
              </a:r>
              <a:r>
                <a:rPr lang="en-US" sz="900" dirty="0" err="1"/>
                <a:t>ms</a:t>
              </a:r>
              <a:endParaRPr lang="en-CH" sz="9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04E2B82-2923-7401-F433-496AC8383A41}"/>
                </a:ext>
              </a:extLst>
            </p:cNvPr>
            <p:cNvSpPr/>
            <p:nvPr/>
          </p:nvSpPr>
          <p:spPr>
            <a:xfrm>
              <a:off x="5295485" y="4280319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41799A08-687D-1FD5-808D-56CFE07AE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32208" y="4355979"/>
              <a:ext cx="796748" cy="762937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A480367-BD76-C2BD-70B9-63B3A89FC5C7}"/>
                </a:ext>
              </a:extLst>
            </p:cNvPr>
            <p:cNvSpPr txBox="1"/>
            <p:nvPr/>
          </p:nvSpPr>
          <p:spPr>
            <a:xfrm>
              <a:off x="5597045" y="4819700"/>
              <a:ext cx="23115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s</a:t>
              </a:r>
              <a:endParaRPr lang="en-CH" sz="9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1C2C015-2717-1711-BECC-D81D5F9A5E64}"/>
                </a:ext>
              </a:extLst>
            </p:cNvPr>
            <p:cNvSpPr/>
            <p:nvPr/>
          </p:nvSpPr>
          <p:spPr>
            <a:xfrm>
              <a:off x="6088858" y="4280319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134185-D6FB-8BEC-2B15-58B3AC5BD78F}"/>
                </a:ext>
              </a:extLst>
            </p:cNvPr>
            <p:cNvSpPr txBox="1"/>
            <p:nvPr/>
          </p:nvSpPr>
          <p:spPr>
            <a:xfrm>
              <a:off x="5667627" y="3910449"/>
              <a:ext cx="521297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750 </a:t>
              </a:r>
              <a:r>
                <a:rPr lang="en-US" sz="900" dirty="0" err="1"/>
                <a:t>ms</a:t>
              </a:r>
              <a:endParaRPr lang="en-CH" sz="900" dirty="0"/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F9D2F8D-10E1-AEB0-A502-FEEDCAF0C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5793" y="4349780"/>
              <a:ext cx="796748" cy="762937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935B1A-518B-608F-8141-EAD193A854E6}"/>
                </a:ext>
              </a:extLst>
            </p:cNvPr>
            <p:cNvSpPr txBox="1"/>
            <p:nvPr/>
          </p:nvSpPr>
          <p:spPr>
            <a:xfrm>
              <a:off x="6460998" y="3925474"/>
              <a:ext cx="521297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250 </a:t>
              </a:r>
              <a:r>
                <a:rPr lang="en-US" sz="900" dirty="0" err="1"/>
                <a:t>ms</a:t>
              </a:r>
              <a:endParaRPr lang="en-CH" sz="9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0605C6-DC8A-A34C-9AA8-F1D2F5F3B928}"/>
                </a:ext>
              </a:extLst>
            </p:cNvPr>
            <p:cNvSpPr/>
            <p:nvPr/>
          </p:nvSpPr>
          <p:spPr>
            <a:xfrm>
              <a:off x="6882231" y="4280319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en-CH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F863ACD-7BD5-9B9D-C133-8CA54D1D0EC3}"/>
                </a:ext>
              </a:extLst>
            </p:cNvPr>
            <p:cNvSpPr/>
            <p:nvPr/>
          </p:nvSpPr>
          <p:spPr>
            <a:xfrm>
              <a:off x="7671486" y="4280319"/>
              <a:ext cx="1265582" cy="914400"/>
            </a:xfrm>
            <a:prstGeom prst="rect">
              <a:avLst/>
            </a:prstGeom>
            <a:solidFill>
              <a:schemeClr val="bg1"/>
            </a:solidFill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6C3B03BF-20D3-C601-8869-17564191FD30}"/>
                </a:ext>
              </a:extLst>
            </p:cNvPr>
            <p:cNvSpPr/>
            <p:nvPr/>
          </p:nvSpPr>
          <p:spPr>
            <a:xfrm rot="5400000">
              <a:off x="6130276" y="4668642"/>
              <a:ext cx="101935" cy="165735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6BFF4EE-015B-EE3C-6035-12D5E7C5F8FA}"/>
                </a:ext>
              </a:extLst>
            </p:cNvPr>
            <p:cNvSpPr txBox="1"/>
            <p:nvPr/>
          </p:nvSpPr>
          <p:spPr>
            <a:xfrm>
              <a:off x="5430877" y="5542022"/>
              <a:ext cx="15183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List 2</a:t>
              </a:r>
              <a:r>
                <a:rPr lang="en-US" sz="1000" dirty="0"/>
                <a:t>: 6 letters presented</a:t>
              </a:r>
              <a:endParaRPr lang="en-CH" sz="10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76CE56-A3F3-36F6-F209-D3C0CF1BA11E}"/>
                </a:ext>
              </a:extLst>
            </p:cNvPr>
            <p:cNvSpPr txBox="1"/>
            <p:nvPr/>
          </p:nvSpPr>
          <p:spPr>
            <a:xfrm>
              <a:off x="7225513" y="3925474"/>
              <a:ext cx="579005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1000 </a:t>
              </a:r>
              <a:r>
                <a:rPr lang="en-US" sz="900" dirty="0" err="1"/>
                <a:t>ms</a:t>
              </a:r>
              <a:endParaRPr lang="en-CH" sz="9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0A33AA6-B74B-9D46-F85A-986F0D756EC2}"/>
                </a:ext>
              </a:extLst>
            </p:cNvPr>
            <p:cNvSpPr txBox="1"/>
            <p:nvPr/>
          </p:nvSpPr>
          <p:spPr>
            <a:xfrm>
              <a:off x="7877717" y="3926064"/>
              <a:ext cx="853119" cy="230832"/>
            </a:xfrm>
            <a:prstGeom prst="rect">
              <a:avLst/>
            </a:prstGeom>
            <a:noFill/>
            <a:scene3d>
              <a:camera prst="isometricOffAxis1Righ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until response</a:t>
              </a:r>
              <a:endParaRPr lang="en-CH" sz="900" dirty="0"/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89211BA6-93CE-E4BB-F103-8D622381CF2C}"/>
                </a:ext>
              </a:extLst>
            </p:cNvPr>
            <p:cNvSpPr/>
            <p:nvPr/>
          </p:nvSpPr>
          <p:spPr>
            <a:xfrm rot="5400000">
              <a:off x="8233249" y="4938255"/>
              <a:ext cx="83819" cy="111133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6AC6BA-08DD-4DFA-1DEF-E24B4F629200}"/>
                </a:ext>
              </a:extLst>
            </p:cNvPr>
            <p:cNvSpPr txBox="1"/>
            <p:nvPr/>
          </p:nvSpPr>
          <p:spPr>
            <a:xfrm>
              <a:off x="7160144" y="5556971"/>
              <a:ext cx="201529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Test: </a:t>
              </a:r>
              <a:r>
                <a:rPr lang="en-US" sz="1000" dirty="0"/>
                <a:t>Type the letter that appeared</a:t>
              </a:r>
              <a:endParaRPr lang="en-US" sz="1000" i="1" dirty="0"/>
            </a:p>
            <a:p>
              <a:r>
                <a:rPr lang="en-US" sz="1000" dirty="0"/>
                <a:t>In the highlighted frame (x6)</a:t>
              </a:r>
            </a:p>
            <a:p>
              <a:endParaRPr lang="en-CH" sz="1000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79D84CE-1854-6817-4B15-A75C94F0B026}"/>
                </a:ext>
              </a:extLst>
            </p:cNvPr>
            <p:cNvCxnSpPr>
              <a:cxnSpLocks/>
              <a:stCxn id="16" idx="2"/>
              <a:endCxn id="13" idx="0"/>
            </p:cNvCxnSpPr>
            <p:nvPr/>
          </p:nvCxnSpPr>
          <p:spPr>
            <a:xfrm>
              <a:off x="3547890" y="4157358"/>
              <a:ext cx="267" cy="1229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9C5D6B-0940-B380-8A7A-233A0A8BC2B2}"/>
                </a:ext>
              </a:extLst>
            </p:cNvPr>
            <p:cNvCxnSpPr>
              <a:stCxn id="17" idx="2"/>
              <a:endCxn id="14" idx="0"/>
            </p:cNvCxnSpPr>
            <p:nvPr/>
          </p:nvCxnSpPr>
          <p:spPr>
            <a:xfrm>
              <a:off x="4341530" y="4141281"/>
              <a:ext cx="0" cy="139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940B822-F6A6-CC96-1118-5F6A49E88E74}"/>
                </a:ext>
              </a:extLst>
            </p:cNvPr>
            <p:cNvCxnSpPr>
              <a:stCxn id="20" idx="2"/>
              <a:endCxn id="15" idx="0"/>
            </p:cNvCxnSpPr>
            <p:nvPr/>
          </p:nvCxnSpPr>
          <p:spPr>
            <a:xfrm>
              <a:off x="5131943" y="4130070"/>
              <a:ext cx="2960" cy="1502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DDA867D-E875-8E11-0938-A5DA10FF763F}"/>
                </a:ext>
              </a:extLst>
            </p:cNvPr>
            <p:cNvCxnSpPr>
              <a:stCxn id="23" idx="2"/>
              <a:endCxn id="21" idx="0"/>
            </p:cNvCxnSpPr>
            <p:nvPr/>
          </p:nvCxnSpPr>
          <p:spPr>
            <a:xfrm>
              <a:off x="5928276" y="4141281"/>
              <a:ext cx="0" cy="139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AD1634B-05B1-5DDD-02A7-14C07097FBD7}"/>
                </a:ext>
              </a:extLst>
            </p:cNvPr>
            <p:cNvCxnSpPr>
              <a:stCxn id="24" idx="2"/>
              <a:endCxn id="22" idx="0"/>
            </p:cNvCxnSpPr>
            <p:nvPr/>
          </p:nvCxnSpPr>
          <p:spPr>
            <a:xfrm>
              <a:off x="6721647" y="4156306"/>
              <a:ext cx="2" cy="1240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00D2F63-5D2F-0769-1E63-1A6CAFE7BE67}"/>
                </a:ext>
              </a:extLst>
            </p:cNvPr>
            <p:cNvCxnSpPr>
              <a:stCxn id="29" idx="2"/>
              <a:endCxn id="25" idx="0"/>
            </p:cNvCxnSpPr>
            <p:nvPr/>
          </p:nvCxnSpPr>
          <p:spPr>
            <a:xfrm>
              <a:off x="7515016" y="4156306"/>
              <a:ext cx="6" cy="1240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0F8973E-0932-9DDE-275C-5FEFAB331A76}"/>
                </a:ext>
              </a:extLst>
            </p:cNvPr>
            <p:cNvCxnSpPr>
              <a:stCxn id="30" idx="2"/>
              <a:endCxn id="40" idx="0"/>
            </p:cNvCxnSpPr>
            <p:nvPr/>
          </p:nvCxnSpPr>
          <p:spPr>
            <a:xfrm>
              <a:off x="8304277" y="4156896"/>
              <a:ext cx="0" cy="12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B5AC67F-5749-9C2E-3F96-4FF7A36363A1}"/>
                </a:ext>
              </a:extLst>
            </p:cNvPr>
            <p:cNvSpPr txBox="1"/>
            <p:nvPr/>
          </p:nvSpPr>
          <p:spPr>
            <a:xfrm>
              <a:off x="3428336" y="1492402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c</a:t>
              </a:r>
              <a:endParaRPr lang="en-CH" sz="900" dirty="0"/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64DD359-BC61-B324-81BE-8459F50E0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1540" y="1479748"/>
              <a:ext cx="796748" cy="762937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4FCD5FC-CE49-DD96-16B6-F3495E74D139}"/>
                </a:ext>
              </a:extLst>
            </p:cNvPr>
            <p:cNvSpPr/>
            <p:nvPr/>
          </p:nvSpPr>
          <p:spPr>
            <a:xfrm>
              <a:off x="5928275" y="1563223"/>
              <a:ext cx="102219" cy="10005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E5835F4-606F-3A6E-7ABE-4020B37D4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4088" y="4328755"/>
              <a:ext cx="796748" cy="762937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1F93222-96E7-574E-B77F-759C599FFE4E}"/>
                </a:ext>
              </a:extLst>
            </p:cNvPr>
            <p:cNvSpPr/>
            <p:nvPr/>
          </p:nvSpPr>
          <p:spPr>
            <a:xfrm>
              <a:off x="8065573" y="4867048"/>
              <a:ext cx="102219" cy="10005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303601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182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Vencislav Popov</dc:creator>
  <cp:lastModifiedBy>Vencislav Popov</cp:lastModifiedBy>
  <cp:revision>1</cp:revision>
  <dcterms:created xsi:type="dcterms:W3CDTF">2023-06-22T20:02:21Z</dcterms:created>
  <dcterms:modified xsi:type="dcterms:W3CDTF">2023-06-24T14:50:29Z</dcterms:modified>
</cp:coreProperties>
</file>